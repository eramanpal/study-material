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91A1-46E8-E2A6-D6AA-EE71459B9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647DC-8056-EA1D-47FB-FDDC25D29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0C89-7107-1076-9F11-2D96A700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6303-9B52-6F14-2C47-22016E0E1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D4DAD-1D50-8700-62AA-F51BCC5F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6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A1E8-3FD4-C638-6E52-0EB4888F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8B5F-0DC0-BCCE-6407-5B6EA63F5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08591-B869-1371-CC6E-EF5D0C6A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253B4-C5A9-ABE5-D260-4EEAF6CCB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4977D-06C8-48C4-E542-1C5BC9B2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49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E778-9FCB-9CA1-493B-1383037A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E5696-3F79-E994-2504-796B3147F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B7613-AA83-89D6-2056-91333909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80F59-7E9E-60B9-E16F-BAD0E96C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33EA9-3009-EB31-294A-0C3D7136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55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F03C-0006-508A-996F-A583AC3C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BE21B-EC5C-0E81-3777-65CD3D765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A62C8-58F7-FAF4-14F0-4907E3198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2FB64-C6B7-B413-5CF7-81D74BCA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12F87-AB53-DDCF-E9B9-C9B69FDF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F7431-905A-EBE1-1511-92DCB6A1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70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1454-39A2-6406-59E7-B0874BF7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9A8C3-C59D-02D6-2B65-ACCFCA5A9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56EBB-6661-6EBD-BBB2-3F65BCD50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C828C-E9BE-6A08-810F-1B621D9B7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7E70D-F9CC-1D00-901F-F4610087C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F5F0F-4B55-0892-39C7-8948A6FDC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496763-6ADF-C77D-809C-0CEF86BD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36E3E-198D-F29D-8B2C-0123EBE2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97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4A1C-3848-A525-B57F-8CF626F4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7CF84-0AD0-0E35-EA01-BC2A19CC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61C2C-168B-DAB7-A50A-5BF10D96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E75CC-CC95-C124-3F36-F3E15181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30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B51F0-044E-E7D0-208B-B621F5DDE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FB794-76C4-FC50-9016-E118CAA93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74F20-F6B9-CF51-5792-D286BA6E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72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0ACB-F392-62D6-7E7F-84B57744B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2A80D-D8A9-A749-9859-EE86B7C06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F7786-635D-D8D0-F98F-5467BCE30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C6FC9-C222-B945-2DB6-02E615E21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891A1-92A6-7FC8-F4EC-03E34DB84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C9BC0-5A12-749B-0435-9ECB5B2C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41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F80B-40B0-75B4-F07E-42B40F6A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01ECF-1A15-5286-917E-01E5E11DE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CC458-EBB5-9551-79A8-8964E8405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D841B-A73C-1B14-55D8-BDDC667E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2D38B-B1F8-25C2-7E32-212CF420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7B73C-7067-41F0-9EDA-7DCEB726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04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138F-821E-114F-5B50-2B79720FB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9767F-8954-011F-B93E-B24DDE562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D2A84-0302-9945-17BA-5E910740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83C8D-97B8-E4DD-4958-BE0170E2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C9DA2-3F5F-27AC-5638-CD021B23B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034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F26745-8531-687C-A90C-51BBE39F7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2AF2B-3C2B-5994-E101-F7D4713C9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8A1A6-35A0-5E81-984C-74F1A059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EB459-33AE-CA71-C392-3261E7BF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BCC04-4086-80BF-ED1A-4FE3AC3D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58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9DAA6B-F224-423E-1A41-7EC2A90F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0AF9E-6D47-48C8-5CDC-3DFFBF452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38507-3446-DF35-3124-A3DD2A231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6E577-D78D-48AC-B3EF-49CBC7B3E9B5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865D8-4651-FABC-606B-30471CF19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90BE1-4389-67FE-0C32-CCD1D3660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5846-B855-45A1-A29E-9F5757CCD7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81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56AE-C0BC-A94C-E6D8-360B666436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Kafka Integration with Spark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93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66232-BAC9-AE3E-4724-14E02B7BA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1684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cd C:\kafka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.\bin\windows\zookeeper-server-start.bat .\config\</a:t>
            </a:r>
            <a:r>
              <a:rPr lang="en-IN" dirty="0" err="1"/>
              <a:t>zookeeper.properties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331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95204-8E1E-C1E8-A67E-E0A3257CD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90DE-82A5-E1EC-4F01-E3760F377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cd C:\kafka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.\bin\windows\kafka-server-start.bat .\config\</a:t>
            </a:r>
            <a:r>
              <a:rPr lang="en-IN" dirty="0" err="1"/>
              <a:t>server.properties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514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0D00-3E2A-E41A-39F9-A62B397D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AC736-BF72-4019-2FC8-7122E8C61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C:\kafka\bin\windows\kafka-topics.bat --create --bootstrap-server localhost:9092 --topic temp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92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4C727-0B9A-BE75-DBA6-E54D1BB4B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C:\kafka\bin\windows\kafka-console-producer.bat --broker-list localhost:9092 --topic temp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24</a:t>
            </a:r>
          </a:p>
          <a:p>
            <a:pPr marL="0" indent="0">
              <a:buNone/>
            </a:pPr>
            <a:r>
              <a:rPr lang="en-IN" dirty="0"/>
              <a:t>26</a:t>
            </a:r>
          </a:p>
          <a:p>
            <a:pPr marL="0" indent="0">
              <a:buNone/>
            </a:pPr>
            <a:r>
              <a:rPr lang="en-IN" dirty="0"/>
              <a:t>29</a:t>
            </a:r>
          </a:p>
          <a:p>
            <a:pPr marL="0" indent="0">
              <a:buNone/>
            </a:pPr>
            <a:r>
              <a:rPr lang="en-IN" dirty="0"/>
              <a:t>28</a:t>
            </a:r>
          </a:p>
          <a:p>
            <a:pPr marL="0" indent="0">
              <a:buNone/>
            </a:pPr>
            <a:r>
              <a:rPr lang="en-IN" dirty="0"/>
              <a:t>30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993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0DA2-F822-5068-E429-E1AC09F48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45645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spark-shell --packages org.apache.spark:spark-sql-kafka-0-10_2.13:3.5.6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94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B701C-6997-2CED-5FC9-AE84E60D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org.apache.spark.sql.functions</a:t>
            </a:r>
            <a:r>
              <a:rPr lang="en-IN" dirty="0"/>
              <a:t>._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org.apache.spark.sql.types</a:t>
            </a:r>
            <a:r>
              <a:rPr lang="en-IN" dirty="0"/>
              <a:t>._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34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5BAC2-31EB-5459-7C58-3DDDCC04C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val</a:t>
            </a:r>
            <a:r>
              <a:rPr lang="en-US" dirty="0"/>
              <a:t> schema = new </a:t>
            </a:r>
            <a:r>
              <a:rPr lang="en-US" dirty="0" err="1"/>
              <a:t>StructType</a:t>
            </a:r>
            <a:r>
              <a:rPr lang="en-US" dirty="0"/>
              <a:t>().add("value", </a:t>
            </a:r>
            <a:r>
              <a:rPr lang="en-US" dirty="0" err="1"/>
              <a:t>StringType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45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0F46-DBCB-7D6C-853D-598FECC9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kafkaStreamDF</a:t>
            </a:r>
            <a:r>
              <a:rPr lang="en-IN" dirty="0"/>
              <a:t> = </a:t>
            </a:r>
            <a:r>
              <a:rPr lang="en-IN" dirty="0" err="1"/>
              <a:t>spark.readStream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.format("</a:t>
            </a:r>
            <a:r>
              <a:rPr lang="en-IN" dirty="0" err="1"/>
              <a:t>kafka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.option("</a:t>
            </a:r>
            <a:r>
              <a:rPr lang="en-IN" dirty="0" err="1"/>
              <a:t>kafka.bootstrap.servers</a:t>
            </a:r>
            <a:r>
              <a:rPr lang="en-IN" dirty="0"/>
              <a:t>", "localhost:9092")</a:t>
            </a:r>
          </a:p>
          <a:p>
            <a:pPr marL="0" indent="0">
              <a:buNone/>
            </a:pPr>
            <a:r>
              <a:rPr lang="en-IN" dirty="0"/>
              <a:t>  .option("subscribe", "temp")</a:t>
            </a:r>
          </a:p>
          <a:p>
            <a:pPr marL="0" indent="0">
              <a:buNone/>
            </a:pPr>
            <a:r>
              <a:rPr lang="en-IN" dirty="0"/>
              <a:t>  .option("</a:t>
            </a:r>
            <a:r>
              <a:rPr lang="en-IN" dirty="0" err="1"/>
              <a:t>startingOffsets</a:t>
            </a:r>
            <a:r>
              <a:rPr lang="en-IN" dirty="0"/>
              <a:t>", "earliest")</a:t>
            </a:r>
          </a:p>
          <a:p>
            <a:pPr marL="0" indent="0">
              <a:buNone/>
            </a:pPr>
            <a:r>
              <a:rPr lang="en-IN" dirty="0"/>
              <a:t>  .load()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99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11B59-634C-F2AF-C3A7-46658580A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valuesDF</a:t>
            </a:r>
            <a:r>
              <a:rPr lang="en-IN" dirty="0"/>
              <a:t> = </a:t>
            </a:r>
            <a:r>
              <a:rPr lang="en-IN" dirty="0" err="1"/>
              <a:t>kafkaStreamDF.selectExpr</a:t>
            </a:r>
            <a:r>
              <a:rPr lang="en-IN" dirty="0"/>
              <a:t>("CAST(value AS STRING) as value")</a:t>
            </a:r>
          </a:p>
          <a:p>
            <a:pPr marL="0" indent="0">
              <a:buNone/>
            </a:pPr>
            <a:r>
              <a:rPr lang="en-IN" dirty="0"/>
              <a:t>  .</a:t>
            </a:r>
            <a:r>
              <a:rPr lang="en-IN" dirty="0" err="1"/>
              <a:t>withColumn</a:t>
            </a:r>
            <a:r>
              <a:rPr lang="en-IN" dirty="0"/>
              <a:t>("temp", col("value").cast("double"))</a:t>
            </a:r>
          </a:p>
          <a:p>
            <a:pPr marL="0" indent="0">
              <a:buNone/>
            </a:pPr>
            <a:r>
              <a:rPr lang="en-IN" dirty="0"/>
              <a:t>  .</a:t>
            </a:r>
            <a:r>
              <a:rPr lang="en-IN" dirty="0" err="1"/>
              <a:t>withColumn</a:t>
            </a:r>
            <a:r>
              <a:rPr lang="en-IN" dirty="0"/>
              <a:t>("timestamp", </a:t>
            </a:r>
            <a:r>
              <a:rPr lang="en-IN" dirty="0" err="1"/>
              <a:t>current_timestamp</a:t>
            </a:r>
            <a:r>
              <a:rPr lang="en-IN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561157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F84AC-3CC6-FAC6-0FDB-FD260E4A6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avgDF</a:t>
            </a:r>
            <a:r>
              <a:rPr lang="en-IN" dirty="0"/>
              <a:t> = </a:t>
            </a:r>
            <a:r>
              <a:rPr lang="en-IN" dirty="0" err="1"/>
              <a:t>valuesDF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.</a:t>
            </a:r>
            <a:r>
              <a:rPr lang="en-IN" dirty="0" err="1"/>
              <a:t>withWatermark</a:t>
            </a:r>
            <a:r>
              <a:rPr lang="en-IN" dirty="0"/>
              <a:t>("timestamp", "1 minute")</a:t>
            </a:r>
          </a:p>
          <a:p>
            <a:pPr marL="0" indent="0">
              <a:buNone/>
            </a:pPr>
            <a:r>
              <a:rPr lang="en-IN" dirty="0"/>
              <a:t>  .</a:t>
            </a:r>
            <a:r>
              <a:rPr lang="en-IN" dirty="0" err="1"/>
              <a:t>groupBy</a:t>
            </a:r>
            <a:r>
              <a:rPr lang="en-IN" dirty="0"/>
              <a:t>(window(col("timestamp"), "1 minute").as("window"))</a:t>
            </a:r>
          </a:p>
          <a:p>
            <a:pPr marL="0" indent="0">
              <a:buNone/>
            </a:pPr>
            <a:r>
              <a:rPr lang="en-IN" dirty="0"/>
              <a:t>  .</a:t>
            </a:r>
            <a:r>
              <a:rPr lang="en-IN" dirty="0" err="1"/>
              <a:t>agg</a:t>
            </a:r>
            <a:r>
              <a:rPr lang="en-IN" dirty="0"/>
              <a:t>(avg("temp").alias("</a:t>
            </a:r>
            <a:r>
              <a:rPr lang="en-IN" dirty="0" err="1"/>
              <a:t>average_temperature</a:t>
            </a:r>
            <a:r>
              <a:rPr lang="en-IN" dirty="0"/>
              <a:t>"))</a:t>
            </a:r>
          </a:p>
        </p:txBody>
      </p:sp>
    </p:spTree>
    <p:extLst>
      <p:ext uri="{BB962C8B-B14F-4D97-AF65-F5344CB8AC3E}">
        <p14:creationId xmlns:p14="http://schemas.microsoft.com/office/powerpoint/2010/main" val="1516567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7C3D-E2D4-6C3B-9BAF-AE166A4FE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val</a:t>
            </a:r>
            <a:r>
              <a:rPr lang="en-IN" dirty="0"/>
              <a:t> query = </a:t>
            </a:r>
            <a:r>
              <a:rPr lang="en-IN" dirty="0" err="1"/>
              <a:t>avgDF.writeStream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.</a:t>
            </a:r>
            <a:r>
              <a:rPr lang="en-IN" dirty="0" err="1"/>
              <a:t>outputMode</a:t>
            </a:r>
            <a:r>
              <a:rPr lang="en-IN" dirty="0"/>
              <a:t>("update")</a:t>
            </a:r>
          </a:p>
          <a:p>
            <a:pPr marL="0" indent="0">
              <a:buNone/>
            </a:pPr>
            <a:r>
              <a:rPr lang="en-IN" dirty="0"/>
              <a:t>  .format("console")</a:t>
            </a:r>
          </a:p>
          <a:p>
            <a:pPr marL="0" indent="0">
              <a:buNone/>
            </a:pPr>
            <a:r>
              <a:rPr lang="en-IN" dirty="0"/>
              <a:t>  .option("truncate", "false")</a:t>
            </a:r>
          </a:p>
          <a:p>
            <a:pPr marL="0" indent="0">
              <a:buNone/>
            </a:pPr>
            <a:r>
              <a:rPr lang="en-IN" dirty="0"/>
              <a:t>  .start()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754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4D33-FCFF-65A4-32BA-481EF036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/>
              <a:t>query.awaitTermination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8030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Kafka Integration with Spark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Maan</dc:creator>
  <cp:lastModifiedBy>Aryan Maan</cp:lastModifiedBy>
  <cp:revision>1</cp:revision>
  <dcterms:created xsi:type="dcterms:W3CDTF">2025-10-29T05:58:36Z</dcterms:created>
  <dcterms:modified xsi:type="dcterms:W3CDTF">2025-10-29T05:58:36Z</dcterms:modified>
</cp:coreProperties>
</file>