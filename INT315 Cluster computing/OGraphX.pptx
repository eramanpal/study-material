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5FAAC-8A48-4C26-A936-FDB9287694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FB636-25D1-B521-C926-90E81FE802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1FC33-4510-270C-A78D-2D58080CD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05581-FA06-4324-886E-DF501C859B3B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8B3FF-FC99-A1C3-D065-81ABF6AD3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FAEDB-3002-8D8E-B824-E061D6412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2C325-07BF-4B8A-A086-23227E0EC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484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AEDC7-8805-4828-9004-F5891683D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6F1BD-49A9-45F8-F33B-AC064E4AF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43CAF-E642-D5F9-FCA4-551B929E7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05581-FA06-4324-886E-DF501C859B3B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C4292-8200-D996-EC3C-213E93088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C53FD-AF17-1DE3-D940-E4C889708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2C325-07BF-4B8A-A086-23227E0EC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813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11C1A-9785-32C9-A74D-00E858C7F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EA721-F900-FF82-D809-604D14654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6285-5BAB-819E-E5A1-5E332B8E2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05581-FA06-4324-886E-DF501C859B3B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BA4A6-3A81-AF25-B2D0-7F4077D09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74321-EA8F-3CFA-5F5C-D41078A0D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2C325-07BF-4B8A-A086-23227E0EC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734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E9E54-825C-C0DC-8658-742B3C39E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88CE6-B152-115F-1336-0E281DC69B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0C0F43-E989-DA97-5263-03C0459E3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CE8C4A-A622-BD2D-AD48-83FE5CCD8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05581-FA06-4324-886E-DF501C859B3B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DCFBB-E3B7-B046-BEB9-F22FDA7CC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89F3DD-C417-D792-7ACE-60C579E4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2C325-07BF-4B8A-A086-23227E0EC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856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700CF-F91D-456F-B63F-5ED3880B7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10DB2-C5CE-4355-570A-ACD891561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60B4B-1256-CD7F-0DBA-784F023158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FCA893-E734-EBC8-2A34-888D674E70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10EB3A-6860-2CA3-E5ED-8C9ADD7B98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70D3D9-5CE6-6CD2-454B-AF4BA850C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05581-FA06-4324-886E-DF501C859B3B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8517EA-351E-03BD-8725-1652C061F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CE16D2-28C0-FA76-8744-457027978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2C325-07BF-4B8A-A086-23227E0EC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3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90F2B-9D00-A1A7-12F9-076E1CA1C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D90DD3-1723-D735-851A-6EF13E51C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05581-FA06-4324-886E-DF501C859B3B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13E19-84C5-036F-D3F1-53872E27D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59384E-ED58-67B4-9C9D-68BFCF41E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2C325-07BF-4B8A-A086-23227E0EC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669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5DA6B1-0511-1D48-0EEE-6DCB1E43A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05581-FA06-4324-886E-DF501C859B3B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ABAFED-EF64-CE91-0578-3927B7BCA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0E615-1611-3DE8-E9F8-82C385E36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2C325-07BF-4B8A-A086-23227E0EC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4877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530AA-3FC2-2A57-8CB6-330CDF867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B0891-57B8-C559-771B-794EFF357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4E4ADF-E764-5EF1-4470-CD1FA614F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B5A1F6-2DCF-EB1B-F40D-D1F8C65DA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05581-FA06-4324-886E-DF501C859B3B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DEFD9-9616-E1DB-3A23-140825B9B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A948FA-AA18-227C-DD40-40DDB9823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2C325-07BF-4B8A-A086-23227E0EC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790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0EBD6-46FA-2C22-B740-E582B6131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FC71CD-91D5-672B-3FAB-718A1A73C5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DBBED5-51E9-5439-8144-397315D09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76E794-9DE2-FE35-FB3D-F00533FAD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05581-FA06-4324-886E-DF501C859B3B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C098BE-37CE-AEAF-252E-0FD672D43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82504-767E-4761-C20A-1F3019EBF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2C325-07BF-4B8A-A086-23227E0EC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513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C742E-6FE4-06C8-C49B-0A5434277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CA65EB-4603-FEFE-E1EB-7286E9588F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BF308-23EC-759B-1DD8-80039F5BA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05581-FA06-4324-886E-DF501C859B3B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326BA-1FF8-00DF-3561-3293477BC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7D973-7B59-5F89-EC99-C0434D1C5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2C325-07BF-4B8A-A086-23227E0EC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7630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2013ED-6677-525A-BEF7-0583038B16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FAE379-009E-769F-9449-07AD6E5DB7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D09FA-8BE2-4675-2474-A35D8EDBD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05581-FA06-4324-886E-DF501C859B3B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85C2E-5C4D-2E75-EB47-DC15FBFCE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1CB6A-EC58-36E6-A7F2-DF3DB716E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2C325-07BF-4B8A-A086-23227E0EC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689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7925BB-1A0F-ABF3-D3E5-E14C4C920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81862-F0B8-74B4-6746-19F0B08D2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B9661-09F3-C6EC-B44E-27C1BD4E32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605581-FA06-4324-886E-DF501C859B3B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30696-28F3-762E-9AC9-7D59AA6462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CCE56-F194-143E-40B7-F5459EC2DF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2C325-07BF-4B8A-A086-23227E0EC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896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17CE2-5158-18CD-68B6-BA36D752B3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GraphX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F0D3FE-00D7-D5F0-BF57-A674BAADDA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614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9B67D-C3B4-7C3A-F91B-EC1CF4E49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CA15B-EB28-7C38-42F1-494064E16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import </a:t>
            </a:r>
            <a:r>
              <a:rPr lang="en-IN" dirty="0" err="1"/>
              <a:t>org.apache.spark</a:t>
            </a:r>
            <a:r>
              <a:rPr lang="en-IN" dirty="0"/>
              <a:t>._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org.apache.spark.rdd.RDD</a:t>
            </a:r>
            <a:endParaRPr lang="en-IN" dirty="0"/>
          </a:p>
          <a:p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org.apache.spark.graphx</a:t>
            </a:r>
            <a:r>
              <a:rPr lang="en-IN" dirty="0"/>
              <a:t>._</a:t>
            </a:r>
          </a:p>
        </p:txBody>
      </p:sp>
    </p:spTree>
    <p:extLst>
      <p:ext uri="{BB962C8B-B14F-4D97-AF65-F5344CB8AC3E}">
        <p14:creationId xmlns:p14="http://schemas.microsoft.com/office/powerpoint/2010/main" val="1096109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07882-C9BD-66ED-F4D4-3EF06E29F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C46CD-F76C-92A8-0341-02C501E3C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val vertices=Array((1L, ("A")),(2L, ("B")),(3L, ("C")))</a:t>
            </a:r>
          </a:p>
        </p:txBody>
      </p:sp>
    </p:spTree>
    <p:extLst>
      <p:ext uri="{BB962C8B-B14F-4D97-AF65-F5344CB8AC3E}">
        <p14:creationId xmlns:p14="http://schemas.microsoft.com/office/powerpoint/2010/main" val="4010134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A173E-DFB2-EBC4-8EDA-9B909E61F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4DFE1-7857-565E-D708-F8CFD2132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val</a:t>
            </a:r>
            <a:r>
              <a:rPr lang="en-IN" dirty="0"/>
              <a:t> </a:t>
            </a:r>
            <a:r>
              <a:rPr lang="en-IN" dirty="0" err="1"/>
              <a:t>vRDD</a:t>
            </a:r>
            <a:r>
              <a:rPr lang="en-IN" dirty="0"/>
              <a:t>= </a:t>
            </a:r>
            <a:r>
              <a:rPr lang="en-IN" dirty="0" err="1"/>
              <a:t>sc.parallelize</a:t>
            </a:r>
            <a:r>
              <a:rPr lang="en-IN" dirty="0"/>
              <a:t>(vertices)</a:t>
            </a:r>
          </a:p>
        </p:txBody>
      </p:sp>
    </p:spTree>
    <p:extLst>
      <p:ext uri="{BB962C8B-B14F-4D97-AF65-F5344CB8AC3E}">
        <p14:creationId xmlns:p14="http://schemas.microsoft.com/office/powerpoint/2010/main" val="1151516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B3B4F-3A5B-7318-1D02-B86A3885F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D3FBB-973A-A27B-239E-60C2FEFEC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scala&gt; </a:t>
            </a:r>
            <a:r>
              <a:rPr lang="en-IN" dirty="0" err="1"/>
              <a:t>vRDD.take</a:t>
            </a:r>
            <a:r>
              <a:rPr lang="en-IN" dirty="0"/>
              <a:t>(1)</a:t>
            </a:r>
          </a:p>
        </p:txBody>
      </p:sp>
    </p:spTree>
    <p:extLst>
      <p:ext uri="{BB962C8B-B14F-4D97-AF65-F5344CB8AC3E}">
        <p14:creationId xmlns:p14="http://schemas.microsoft.com/office/powerpoint/2010/main" val="2996939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5A69-9E0C-91D6-AAF9-C64B0F948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4EAB7-5C06-2F75-7447-B8B822C83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val</a:t>
            </a:r>
            <a:r>
              <a:rPr lang="en-US" dirty="0"/>
              <a:t> edges=Array(Edge(1L,2L,1800),Edge(2L,3L,800),Edge(3L,1L,1400))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7509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E8323-D941-210D-01B9-CD9120C17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56EFD-01EF-AC2F-3D6F-7457649FE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val</a:t>
            </a:r>
            <a:r>
              <a:rPr lang="en-IN" dirty="0"/>
              <a:t> </a:t>
            </a:r>
            <a:r>
              <a:rPr lang="en-IN" dirty="0" err="1"/>
              <a:t>eRDD</a:t>
            </a:r>
            <a:r>
              <a:rPr lang="en-IN" dirty="0"/>
              <a:t>=</a:t>
            </a:r>
            <a:r>
              <a:rPr lang="en-IN" dirty="0" err="1"/>
              <a:t>sc.parallelize</a:t>
            </a:r>
            <a:r>
              <a:rPr lang="en-IN" dirty="0"/>
              <a:t>(edges)</a:t>
            </a:r>
          </a:p>
        </p:txBody>
      </p:sp>
    </p:spTree>
    <p:extLst>
      <p:ext uri="{BB962C8B-B14F-4D97-AF65-F5344CB8AC3E}">
        <p14:creationId xmlns:p14="http://schemas.microsoft.com/office/powerpoint/2010/main" val="1586529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0B317-C491-5D7F-708B-4AFE146A3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75DC7-A703-25FD-E79F-694562ACE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scala&gt; </a:t>
            </a:r>
            <a:r>
              <a:rPr lang="en-IN" dirty="0" err="1"/>
              <a:t>eRDD.take</a:t>
            </a:r>
            <a:r>
              <a:rPr lang="en-IN" dirty="0"/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51548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53B36-BB37-A3A0-EBB7-93B997ED1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94912-B3D5-3C40-5FC6-AA2C1861A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val</a:t>
            </a:r>
            <a:r>
              <a:rPr lang="en-IN" dirty="0"/>
              <a:t> nowhere = "</a:t>
            </a:r>
            <a:r>
              <a:rPr lang="en-IN" dirty="0" err="1"/>
              <a:t>nowwhere</a:t>
            </a:r>
            <a:r>
              <a:rPr lang="en-IN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143665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9EFA9-C145-C4F1-6875-3D9F1D9EF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2B3A3-D135-065F-2726-C91C8E09D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val</a:t>
            </a:r>
            <a:r>
              <a:rPr lang="en-IN" dirty="0"/>
              <a:t> graph = Graph(</a:t>
            </a:r>
            <a:r>
              <a:rPr lang="en-IN" dirty="0" err="1"/>
              <a:t>vRDD,eRDD</a:t>
            </a:r>
            <a:r>
              <a:rPr lang="en-IN" dirty="0"/>
              <a:t>, nowhere)</a:t>
            </a:r>
          </a:p>
        </p:txBody>
      </p:sp>
    </p:spTree>
    <p:extLst>
      <p:ext uri="{BB962C8B-B14F-4D97-AF65-F5344CB8AC3E}">
        <p14:creationId xmlns:p14="http://schemas.microsoft.com/office/powerpoint/2010/main" val="1294308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9C3B5-CB26-0310-ACEC-75DBA7E66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ED945-D785-FAA3-7B5D-2237DB1C1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graph.vertices.collect.foreach</a:t>
            </a:r>
            <a:r>
              <a:rPr lang="en-IN" dirty="0"/>
              <a:t>(</a:t>
            </a:r>
            <a:r>
              <a:rPr lang="en-IN" dirty="0" err="1"/>
              <a:t>println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53037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F49E9-4693-BE6B-B458-AC45C8C79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2C88F-1076-44AF-2481-EEA1A0F99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scala&gt; </a:t>
            </a:r>
            <a:r>
              <a:rPr lang="en-IN" dirty="0" err="1"/>
              <a:t>graph.edges.collect.foreach</a:t>
            </a:r>
            <a:r>
              <a:rPr lang="en-IN" dirty="0"/>
              <a:t>(</a:t>
            </a:r>
            <a:r>
              <a:rPr lang="en-IN" dirty="0" err="1"/>
              <a:t>println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04120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339E0-3EE7-81EC-0C82-FC43E9C63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D78FB-C26B-80E8-919F-A34465008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val</a:t>
            </a:r>
            <a:r>
              <a:rPr lang="en-IN" dirty="0"/>
              <a:t> </a:t>
            </a:r>
            <a:r>
              <a:rPr lang="en-IN" dirty="0" err="1"/>
              <a:t>numvertice</a:t>
            </a:r>
            <a:r>
              <a:rPr lang="en-IN" dirty="0"/>
              <a:t> = </a:t>
            </a:r>
            <a:r>
              <a:rPr lang="en-IN" dirty="0" err="1"/>
              <a:t>graph.numVertices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 err="1"/>
              <a:t>val</a:t>
            </a:r>
            <a:r>
              <a:rPr lang="en-IN" dirty="0"/>
              <a:t> </a:t>
            </a:r>
            <a:r>
              <a:rPr lang="en-IN" dirty="0" err="1"/>
              <a:t>numroutes</a:t>
            </a:r>
            <a:r>
              <a:rPr lang="en-IN" dirty="0"/>
              <a:t> = </a:t>
            </a:r>
            <a:r>
              <a:rPr lang="en-IN" dirty="0" err="1"/>
              <a:t>graph.numEdges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2060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E310E-23A6-16CA-4C23-DB9DF0D33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352D9-17E1-5E4F-05A6-BFEF75B95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graph.edges.filter</a:t>
            </a:r>
            <a:r>
              <a:rPr lang="en-IN" dirty="0"/>
              <a:t> { case Edge(</a:t>
            </a:r>
            <a:r>
              <a:rPr lang="en-IN" dirty="0" err="1"/>
              <a:t>src</a:t>
            </a:r>
            <a:r>
              <a:rPr lang="en-IN" dirty="0"/>
              <a:t>, </a:t>
            </a:r>
            <a:r>
              <a:rPr lang="en-IN" dirty="0" err="1"/>
              <a:t>dst</a:t>
            </a:r>
            <a:r>
              <a:rPr lang="en-IN" dirty="0"/>
              <a:t>, prop) =&gt; prop &gt; 1000} .</a:t>
            </a:r>
            <a:r>
              <a:rPr lang="en-IN" dirty="0" err="1"/>
              <a:t>collect.foreach</a:t>
            </a:r>
            <a:r>
              <a:rPr lang="en-IN" dirty="0"/>
              <a:t>(</a:t>
            </a:r>
            <a:r>
              <a:rPr lang="en-IN" dirty="0" err="1"/>
              <a:t>println</a:t>
            </a:r>
            <a:r>
              <a:rPr lang="en-IN" dirty="0"/>
              <a:t>)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 err="1"/>
              <a:t>srcId</a:t>
            </a:r>
            <a:r>
              <a:rPr lang="en-IN" dirty="0"/>
              <a:t>: Source </a:t>
            </a:r>
            <a:r>
              <a:rPr lang="en-IN" dirty="0" err="1"/>
              <a:t>VertexId</a:t>
            </a:r>
            <a:r>
              <a:rPr lang="en-IN" dirty="0"/>
              <a:t> </a:t>
            </a:r>
          </a:p>
          <a:p>
            <a:r>
              <a:rPr lang="en-IN" dirty="0" err="1"/>
              <a:t>dstId</a:t>
            </a:r>
            <a:r>
              <a:rPr lang="en-IN" dirty="0"/>
              <a:t>: Destination </a:t>
            </a:r>
            <a:r>
              <a:rPr lang="en-IN" dirty="0" err="1"/>
              <a:t>VertexId</a:t>
            </a:r>
            <a:endParaRPr lang="en-IN" dirty="0"/>
          </a:p>
          <a:p>
            <a:r>
              <a:rPr lang="en-IN" dirty="0" err="1"/>
              <a:t>attr</a:t>
            </a:r>
            <a:r>
              <a:rPr lang="en-IN" dirty="0"/>
              <a:t>: Attribute</a:t>
            </a:r>
          </a:p>
        </p:txBody>
      </p:sp>
    </p:spTree>
    <p:extLst>
      <p:ext uri="{BB962C8B-B14F-4D97-AF65-F5344CB8AC3E}">
        <p14:creationId xmlns:p14="http://schemas.microsoft.com/office/powerpoint/2010/main" val="2269695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5520E-8945-B1D5-3DA0-33844039D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2B8D8-940B-B7FC-87AD-7E572A186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graph.triplets.take</a:t>
            </a:r>
            <a:r>
              <a:rPr lang="en-IN" dirty="0"/>
              <a:t>(3).foreach(</a:t>
            </a:r>
            <a:r>
              <a:rPr lang="en-IN" dirty="0" err="1"/>
              <a:t>println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72424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CEBCE-7B16-7DE5-6A59-13204EB0F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C0453-9250-D3D5-384A-BFC259E3C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scala&gt; </a:t>
            </a:r>
            <a:r>
              <a:rPr lang="en-US" dirty="0" err="1"/>
              <a:t>val</a:t>
            </a:r>
            <a:r>
              <a:rPr lang="en-US" dirty="0"/>
              <a:t> f= </a:t>
            </a:r>
            <a:r>
              <a:rPr lang="en-US" dirty="0" err="1"/>
              <a:t>graph.inDegrees</a:t>
            </a:r>
            <a:endParaRPr lang="en-US" dirty="0"/>
          </a:p>
          <a:p>
            <a:r>
              <a:rPr lang="en-IN" dirty="0"/>
              <a:t>scala&gt; </a:t>
            </a:r>
            <a:r>
              <a:rPr lang="en-IN" dirty="0" err="1"/>
              <a:t>f.collect</a:t>
            </a:r>
            <a:r>
              <a:rPr lang="en-IN" dirty="0"/>
              <a:t>()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scala&gt; </a:t>
            </a:r>
            <a:r>
              <a:rPr lang="en-IN" dirty="0" err="1"/>
              <a:t>val</a:t>
            </a:r>
            <a:r>
              <a:rPr lang="en-IN" dirty="0"/>
              <a:t> </a:t>
            </a:r>
            <a:r>
              <a:rPr lang="en-IN" dirty="0" err="1"/>
              <a:t>fv</a:t>
            </a:r>
            <a:r>
              <a:rPr lang="en-IN" dirty="0"/>
              <a:t>= </a:t>
            </a:r>
            <a:r>
              <a:rPr lang="en-IN" dirty="0" err="1"/>
              <a:t>graph.outDegrees</a:t>
            </a:r>
            <a:endParaRPr lang="en-IN" dirty="0"/>
          </a:p>
          <a:p>
            <a:r>
              <a:rPr lang="en-IN" dirty="0"/>
              <a:t>scala&gt; </a:t>
            </a:r>
            <a:r>
              <a:rPr lang="en-IN" dirty="0" err="1"/>
              <a:t>fv.collect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217031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E4971-1A2D-DA3B-9F42-84F7377EE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68A7B-9D30-FBFC-298A-0D09BD2E0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scala&gt; </a:t>
            </a:r>
            <a:r>
              <a:rPr lang="en-US" dirty="0" err="1"/>
              <a:t>val</a:t>
            </a:r>
            <a:r>
              <a:rPr lang="en-US" dirty="0"/>
              <a:t> </a:t>
            </a:r>
            <a:r>
              <a:rPr lang="en-US" dirty="0" err="1"/>
              <a:t>totalDegrees</a:t>
            </a:r>
            <a:r>
              <a:rPr lang="en-US" dirty="0"/>
              <a:t> = </a:t>
            </a:r>
            <a:r>
              <a:rPr lang="en-US" dirty="0" err="1"/>
              <a:t>graph.degrees</a:t>
            </a:r>
            <a:endParaRPr lang="en-US" dirty="0"/>
          </a:p>
          <a:p>
            <a:r>
              <a:rPr lang="en-IN" dirty="0"/>
              <a:t>scala&gt; </a:t>
            </a:r>
            <a:r>
              <a:rPr lang="en-IN" dirty="0" err="1"/>
              <a:t>totalDegrees.collect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7770019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EE55D-64A7-8036-5945-550F6DA85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0ADB0-FFC7-5B0F-45E9-3F0D4B373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val</a:t>
            </a:r>
            <a:r>
              <a:rPr lang="en-IN" dirty="0"/>
              <a:t> vertices=Array((3L, ("</a:t>
            </a:r>
            <a:r>
              <a:rPr lang="en-IN" dirty="0" err="1"/>
              <a:t>rxin</a:t>
            </a:r>
            <a:r>
              <a:rPr lang="en-IN" dirty="0"/>
              <a:t>","student")),(7L, ("</a:t>
            </a:r>
            <a:r>
              <a:rPr lang="en-IN" dirty="0" err="1"/>
              <a:t>jgonzal</a:t>
            </a:r>
            <a:r>
              <a:rPr lang="en-IN" dirty="0"/>
              <a:t>","postdoc")),(5L, ("</a:t>
            </a:r>
            <a:r>
              <a:rPr lang="en-IN" dirty="0" err="1"/>
              <a:t>franklin","prof</a:t>
            </a:r>
            <a:r>
              <a:rPr lang="en-IN" dirty="0"/>
              <a:t>")), (2L, ("</a:t>
            </a:r>
            <a:r>
              <a:rPr lang="en-IN" dirty="0" err="1"/>
              <a:t>istoica</a:t>
            </a:r>
            <a:r>
              <a:rPr lang="en-IN" dirty="0"/>
              <a:t>", "prof")))</a:t>
            </a:r>
          </a:p>
        </p:txBody>
      </p:sp>
    </p:spTree>
    <p:extLst>
      <p:ext uri="{BB962C8B-B14F-4D97-AF65-F5344CB8AC3E}">
        <p14:creationId xmlns:p14="http://schemas.microsoft.com/office/powerpoint/2010/main" val="1253777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400A0-437B-E930-E5B4-725A64BD1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7F15C-C560-A423-5676-2429BEE4F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val</a:t>
            </a:r>
            <a:r>
              <a:rPr lang="en-US" dirty="0"/>
              <a:t> edges=Array(Edge(3L, 7L, "collab"),    Edge(5L, 3L, "advisor"), Edge(2L, 5L, "colleague"), Edge(5L, 7L, "pi"))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43511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740B9-042C-02FD-167C-A5DA8C39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1740-D0BC-15FD-983F-3C5B54D1E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val</a:t>
            </a:r>
            <a:r>
              <a:rPr lang="en-IN" dirty="0"/>
              <a:t> </a:t>
            </a:r>
            <a:r>
              <a:rPr lang="en-IN" dirty="0" err="1"/>
              <a:t>defaultUser</a:t>
            </a:r>
            <a:r>
              <a:rPr lang="en-IN" dirty="0"/>
              <a:t> = ("john doe", "missing")</a:t>
            </a:r>
          </a:p>
        </p:txBody>
      </p:sp>
    </p:spTree>
    <p:extLst>
      <p:ext uri="{BB962C8B-B14F-4D97-AF65-F5344CB8AC3E}">
        <p14:creationId xmlns:p14="http://schemas.microsoft.com/office/powerpoint/2010/main" val="35253733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4CC85-C2E3-5F4B-7A7D-F6C953ECB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C8185-133B-CB98-6840-8C3F5A553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val</a:t>
            </a:r>
            <a:r>
              <a:rPr lang="en-IN" dirty="0"/>
              <a:t> graph = Graph(</a:t>
            </a:r>
            <a:r>
              <a:rPr lang="en-IN" dirty="0" err="1"/>
              <a:t>vRDD,eRDD,defaultUser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339792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A4D1C-9559-A71F-12A1-870F447DC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49372-CCBC-434E-8E44-A637C7823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graph.vertices.filter</a:t>
            </a:r>
            <a:r>
              <a:rPr lang="en-IN" dirty="0"/>
              <a:t> {case (id, (name, </a:t>
            </a:r>
            <a:r>
              <a:rPr lang="en-IN" dirty="0" err="1"/>
              <a:t>pos</a:t>
            </a:r>
            <a:r>
              <a:rPr lang="en-IN" dirty="0"/>
              <a:t>)) =&gt; </a:t>
            </a:r>
            <a:r>
              <a:rPr lang="en-IN" dirty="0" err="1"/>
              <a:t>pos</a:t>
            </a:r>
            <a:r>
              <a:rPr lang="en-IN" dirty="0"/>
              <a:t> == "postdoc" }.count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11795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B3957-31F6-D03A-F1AF-A0C4F0B88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E262A-0150-52BA-212E-82D5F0A06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graph.edges.filter</a:t>
            </a:r>
            <a:r>
              <a:rPr lang="en-I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(e =&gt; </a:t>
            </a:r>
            <a:r>
              <a:rPr lang="en-IN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e.srcId</a:t>
            </a:r>
            <a:r>
              <a:rPr lang="en-I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&gt; </a:t>
            </a:r>
            <a:r>
              <a:rPr lang="en-IN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e.dstId</a:t>
            </a:r>
            <a:r>
              <a:rPr lang="en-I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).count</a:t>
            </a:r>
          </a:p>
          <a:p>
            <a:endParaRPr lang="en-I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I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IN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graph.edges.filter</a:t>
            </a:r>
            <a:r>
              <a:rPr lang="en-I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{ case Edge(</a:t>
            </a:r>
            <a:r>
              <a:rPr lang="en-IN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src</a:t>
            </a:r>
            <a:r>
              <a:rPr lang="en-I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IN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dst</a:t>
            </a:r>
            <a:r>
              <a:rPr lang="en-I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prop) =&gt; </a:t>
            </a:r>
            <a:r>
              <a:rPr lang="en-IN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src</a:t>
            </a:r>
            <a:r>
              <a:rPr lang="en-I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&gt; </a:t>
            </a:r>
            <a:r>
              <a:rPr lang="en-IN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dst</a:t>
            </a:r>
            <a:r>
              <a:rPr lang="en-I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}.count</a:t>
            </a:r>
          </a:p>
          <a:p>
            <a:endParaRPr lang="en-I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9337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F2BCB-45CD-CBE3-BCBF-FF6CE5BAF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D0BCA-A0A0-A8E0-D4BC-F98BC2B29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graph.vertices.collect.foreach</a:t>
            </a:r>
            <a:r>
              <a:rPr lang="en-US" dirty="0"/>
              <a:t>(</a:t>
            </a:r>
            <a:r>
              <a:rPr lang="en-US" dirty="0" err="1"/>
              <a:t>println</a:t>
            </a:r>
            <a:r>
              <a:rPr lang="en-US" dirty="0"/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23492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8108B-65E6-C076-8331-AA7B14F3B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53815-B7A5-90CE-9EE7-C8C707264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graph.edges.collect.foreach</a:t>
            </a:r>
            <a:r>
              <a:rPr lang="en-US" dirty="0"/>
              <a:t>(</a:t>
            </a:r>
            <a:r>
              <a:rPr lang="en-US" dirty="0" err="1"/>
              <a:t>println</a:t>
            </a:r>
            <a:r>
              <a:rPr lang="en-US" dirty="0"/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09684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1DBA2-F9CA-FF1C-D1EC-B20F131AF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F1FED-5E03-0E09-A867-AC1A1D451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n-NO" dirty="0"/>
              <a:t>val rank = graph.pageRank(0.0001).vertices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42365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C9A26-18CB-C964-5F9E-F47DAD7E7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0EB5D-6CC3-F34C-F310-C994912E3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println</a:t>
            </a:r>
            <a:r>
              <a:rPr lang="en-IN" dirty="0"/>
              <a:t>(</a:t>
            </a:r>
            <a:r>
              <a:rPr lang="en-IN" dirty="0" err="1"/>
              <a:t>rank.collect</a:t>
            </a:r>
            <a:r>
              <a:rPr lang="en-IN" dirty="0"/>
              <a:t>().</a:t>
            </a:r>
            <a:r>
              <a:rPr lang="en-IN" dirty="0" err="1"/>
              <a:t>mkString</a:t>
            </a:r>
            <a:r>
              <a:rPr lang="en-IN" dirty="0"/>
              <a:t>("\n"))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dirty="0"/>
              <a:t>(2,0.5037267911816329)</a:t>
            </a:r>
          </a:p>
          <a:p>
            <a:r>
              <a:rPr lang="en-IN" dirty="0"/>
              <a:t>(3,0.8997819807481918)</a:t>
            </a:r>
          </a:p>
          <a:p>
            <a:r>
              <a:rPr lang="en-IN" dirty="0"/>
              <a:t>(5,0.9318945636860209)</a:t>
            </a:r>
          </a:p>
          <a:p>
            <a:r>
              <a:rPr lang="en-IN" dirty="0"/>
              <a:t>(7,1.6645966643841548)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9763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467</Words>
  <Application>Microsoft Office PowerPoint</Application>
  <PresentationFormat>Widescreen</PresentationFormat>
  <Paragraphs>52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Tahoma</vt:lpstr>
      <vt:lpstr>Office Theme</vt:lpstr>
      <vt:lpstr>GraphX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Aryan Maan</dc:creator>
  <cp:lastModifiedBy>Aryan Maan</cp:lastModifiedBy>
  <cp:revision>2</cp:revision>
  <dcterms:created xsi:type="dcterms:W3CDTF">2025-10-23T05:23:57Z</dcterms:created>
  <dcterms:modified xsi:type="dcterms:W3CDTF">2025-10-24T08:26:53Z</dcterms:modified>
</cp:coreProperties>
</file>