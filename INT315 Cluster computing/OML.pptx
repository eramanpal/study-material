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2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7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4178-8A8D-6231-76C6-0A8C40B1B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A4DE5-FF2A-2086-6570-9E7317931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34054-B830-DDF2-9C32-C1DCE62E6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16940-A7E1-47CE-B7A9-1A00757318A9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BBA91-83FF-2A30-0E19-DC95CCE3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E0486-3AEA-DD8A-3C3A-D150E8DB0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6955-76A8-4883-8FEA-37C665439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959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8450E-E880-33C2-55F8-DFE9EC9CC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CC22F-77E2-DFAF-2F10-0EBBAEC83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FAED2-0CA8-C911-155D-3F970AA00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16940-A7E1-47CE-B7A9-1A00757318A9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B93A7-B12D-CBD9-2C11-4B915158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B3CF-A04E-C5AD-EBFC-4E0307F1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6955-76A8-4883-8FEA-37C665439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546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98180-FB94-63E7-BAE8-6B1913EBA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272AA-D32C-E66A-FADD-D43BBC64F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408B7-220A-A530-0B11-96739552C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16940-A7E1-47CE-B7A9-1A00757318A9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E25C5-9AD3-9E74-FF81-FE5DC88E1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96F03-E103-52E1-AF1F-EFEE6EB5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6955-76A8-4883-8FEA-37C665439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318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AECC-8406-1767-5F41-057367372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9FEEE-68D2-ED60-46CF-5743EC465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2DB62-5400-5065-7F22-E8FED6724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286CC-97E8-EEB4-D7BA-0107C9C1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16940-A7E1-47CE-B7A9-1A00757318A9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933D7-9FCC-1220-8A9C-EDDD3DF1E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6AD51-B4CC-E000-6014-5AD6AE0E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6955-76A8-4883-8FEA-37C665439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418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DE649-DC7B-D7BA-E830-68DC23B37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AA466-E930-81DD-73E5-DD69A84D9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37A3B-EAB8-03CC-030F-3B176AE1B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49A10-7CB2-BDDC-4510-158829D5C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A9E7F-5874-9D2D-95C5-790133157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D0AEE-8ECD-F765-1A70-CA9EBDB12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16940-A7E1-47CE-B7A9-1A00757318A9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762C6-FE80-6F8E-EAAF-35355B16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7979E8-C43F-3E24-B720-9A8BFE2C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6955-76A8-4883-8FEA-37C665439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41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3F54-80A9-B86E-A0A3-73FCD202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D3093-3F2E-3623-6E2C-1F3FA35FC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16940-A7E1-47CE-B7A9-1A00757318A9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9CBD84-9C97-224F-957B-9096228D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40F8E-B601-706B-70EF-47EF3987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6955-76A8-4883-8FEA-37C665439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505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BB4AF9-73B9-3E2A-853A-5C629495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16940-A7E1-47CE-B7A9-1A00757318A9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5554CF-C2D5-8566-F9FC-F505EE7C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53FFE-B941-ED1B-797E-858011AB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6955-76A8-4883-8FEA-37C665439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410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47169-DD5A-62EF-7F6E-4EC42D6FC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F3342-CBBA-02AF-FB2E-B811CBBC0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66CAC-FD23-99E4-A7B6-F003A3F50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E1D04-511D-5601-8600-3FB2A8B5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16940-A7E1-47CE-B7A9-1A00757318A9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AEFB2-67C3-7E91-D4CA-284EB6D3E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9D412-B7DC-CFB4-6941-897EBE9B8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6955-76A8-4883-8FEA-37C665439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27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95304-4763-79B4-97E4-64FB17EC8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A811A2-990F-02B6-2F5A-BB4264544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50178-4C86-6690-AB02-C40561DE2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802E7-EC01-E497-05EF-AA4FE9A29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16940-A7E1-47CE-B7A9-1A00757318A9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F44EB-9810-CE5A-49F5-3725825B5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48BD-F9AB-30B3-D738-755DD0AD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6955-76A8-4883-8FEA-37C665439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148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338A-820E-DFE9-1FDA-009050A8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E8C87-AA3B-E255-6EFE-70D97A4C2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8CCF3-F489-814A-5B9E-715E939F0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16940-A7E1-47CE-B7A9-1A00757318A9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B90AD-1DDD-943A-FF82-EDE5FB796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CFA1C-CEC8-6DB6-5D25-A3207E1A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6955-76A8-4883-8FEA-37C665439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241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637970-D801-6876-3E45-E065103D6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18B05-BED4-5A84-8B41-8E1742B24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73213-29B9-A4A8-37A0-3DC1A5D80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16940-A7E1-47CE-B7A9-1A00757318A9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A4065-C4EC-609B-8F62-A6949DEC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0AA8F-BBD9-7B96-D2B4-DD7245BD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6955-76A8-4883-8FEA-37C665439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29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9959F-457A-7FE4-264F-85E2FE4F1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15905-12BA-C298-7EDB-0E327590D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B12B4-57A8-0DAF-86F2-41A2266A9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16940-A7E1-47CE-B7A9-1A00757318A9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79F99-94C9-9FC8-5B68-F039D289C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0A786-DFD1-330D-B5FB-C18AEE4D1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16955-76A8-4883-8FEA-37C665439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934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674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8F6F4-4CAE-399C-A640-25B76120C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BFB89-C3A4-1D47-B567-D09C93288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355" y="148149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pip install </a:t>
            </a:r>
            <a:r>
              <a:rPr lang="en-US" dirty="0" err="1"/>
              <a:t>numpy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pip install </a:t>
            </a:r>
            <a:r>
              <a:rPr lang="en-US" dirty="0" err="1"/>
              <a:t>setuptools</a:t>
            </a:r>
            <a:r>
              <a:rPr lang="en-US" dirty="0"/>
              <a:t>==58.0.4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715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5DB4F-D8C6-A09B-35CA-ECDAF7DA4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pyspark.sql</a:t>
            </a:r>
            <a:r>
              <a:rPr lang="en-IN" dirty="0"/>
              <a:t> import </a:t>
            </a:r>
            <a:r>
              <a:rPr lang="en-IN" dirty="0" err="1"/>
              <a:t>SparkSession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spark = </a:t>
            </a:r>
            <a:r>
              <a:rPr lang="en-IN" dirty="0" err="1"/>
              <a:t>SparkSession.builder.getOrCreate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97005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7A21-E221-DE95-7403-6E589E8EF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B6BEF-82D6-E0B3-A61A-215754D67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data = spark.read.csv('C:\Big Data\INT315\csv\</a:t>
            </a:r>
            <a:r>
              <a:rPr lang="en-IN" dirty="0" err="1"/>
              <a:t>color.csv',header</a:t>
            </a:r>
            <a:r>
              <a:rPr lang="en-IN" dirty="0"/>
              <a:t>=</a:t>
            </a:r>
            <a:r>
              <a:rPr lang="en-IN" dirty="0" err="1"/>
              <a:t>True,inferSchema</a:t>
            </a:r>
            <a:r>
              <a:rPr lang="en-IN" dirty="0"/>
              <a:t>=True)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6301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7F3B-5F30-AC9D-4DE7-38EDFD7D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F37DB-3040-AF98-1A6C-9DA707BCD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data.show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943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5751-4F77-54C4-1D2F-441A0C35F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38CC4-26DA-EAEE-CF5E-9F25825B3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pyspark.ml.feature</a:t>
            </a:r>
            <a:r>
              <a:rPr lang="en-IN" dirty="0"/>
              <a:t> import </a:t>
            </a:r>
            <a:r>
              <a:rPr lang="en-IN" dirty="0" err="1"/>
              <a:t>StringIndexer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indexer = </a:t>
            </a:r>
            <a:r>
              <a:rPr lang="en-IN" dirty="0" err="1"/>
              <a:t>StringIndexer</a:t>
            </a:r>
            <a:r>
              <a:rPr lang="en-IN" dirty="0"/>
              <a:t>(</a:t>
            </a:r>
            <a:r>
              <a:rPr lang="en-IN" dirty="0" err="1"/>
              <a:t>inputCol</a:t>
            </a:r>
            <a:r>
              <a:rPr lang="en-IN" dirty="0"/>
              <a:t> = "</a:t>
            </a:r>
            <a:r>
              <a:rPr lang="en-IN" dirty="0" err="1"/>
              <a:t>color</a:t>
            </a:r>
            <a:r>
              <a:rPr lang="en-IN" dirty="0"/>
              <a:t>",</a:t>
            </a:r>
            <a:r>
              <a:rPr lang="en-IN" dirty="0" err="1"/>
              <a:t>outputCol</a:t>
            </a:r>
            <a:r>
              <a:rPr lang="en-IN" dirty="0"/>
              <a:t> = "</a:t>
            </a:r>
            <a:r>
              <a:rPr lang="en-IN" dirty="0" err="1"/>
              <a:t>color_indexed</a:t>
            </a:r>
            <a:r>
              <a:rPr lang="en-IN" dirty="0"/>
              <a:t>")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7878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9CF7C-B8C4-1274-9E34-B732BBBE2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C4B92-04E5-3CE1-76AA-903108598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indexer_model</a:t>
            </a:r>
            <a:r>
              <a:rPr lang="en-IN" dirty="0"/>
              <a:t> = </a:t>
            </a:r>
            <a:r>
              <a:rPr lang="en-IN" dirty="0" err="1"/>
              <a:t>indexer.fit</a:t>
            </a:r>
            <a:r>
              <a:rPr lang="en-IN" dirty="0"/>
              <a:t>(data)</a:t>
            </a:r>
          </a:p>
          <a:p>
            <a:pPr marL="0" indent="0">
              <a:buNone/>
            </a:pPr>
            <a:r>
              <a:rPr lang="en-IN" dirty="0" err="1"/>
              <a:t>indexer_data</a:t>
            </a:r>
            <a:r>
              <a:rPr lang="en-IN" dirty="0"/>
              <a:t> = </a:t>
            </a:r>
            <a:r>
              <a:rPr lang="en-IN" dirty="0" err="1"/>
              <a:t>indexer_model.transform</a:t>
            </a:r>
            <a:r>
              <a:rPr lang="en-IN" dirty="0"/>
              <a:t>(data)</a:t>
            </a:r>
          </a:p>
          <a:p>
            <a:pPr marL="0" indent="0">
              <a:buNone/>
            </a:pPr>
            <a:r>
              <a:rPr lang="en-IN" dirty="0" err="1"/>
              <a:t>indexer_data.show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79786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8DB6F-2CF8-2293-4E3C-EC17EAC9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D986C-D205-10C6-9594-044BA7A96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pyspark.sql</a:t>
            </a:r>
            <a:r>
              <a:rPr lang="en-IN" dirty="0"/>
              <a:t> import </a:t>
            </a:r>
            <a:r>
              <a:rPr lang="en-IN" dirty="0" err="1"/>
              <a:t>SparkSession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spark = </a:t>
            </a:r>
            <a:r>
              <a:rPr lang="en-IN" dirty="0" err="1"/>
              <a:t>SparkSession.builder.getOrCreate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data = spark.read.csv('‪C:/Big Data/INT315/wine/</a:t>
            </a:r>
            <a:r>
              <a:rPr lang="en-IN" dirty="0" err="1"/>
              <a:t>wine.data',header</a:t>
            </a:r>
            <a:r>
              <a:rPr lang="en-IN" dirty="0"/>
              <a:t>=</a:t>
            </a:r>
            <a:r>
              <a:rPr lang="en-IN" dirty="0" err="1"/>
              <a:t>False,inferSchema</a:t>
            </a:r>
            <a:r>
              <a:rPr lang="en-IN" dirty="0"/>
              <a:t>=True)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data.show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59936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E38C2-CAD2-6B2F-87AB-DC97CC29F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D7C5A-4B1F-1973-0978-F0F3327C7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pyspark.ml.feature</a:t>
            </a:r>
            <a:r>
              <a:rPr lang="en-IN" dirty="0"/>
              <a:t> import </a:t>
            </a:r>
            <a:r>
              <a:rPr lang="en-IN" dirty="0" err="1"/>
              <a:t>VectorAssembler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assembler = </a:t>
            </a:r>
            <a:r>
              <a:rPr lang="en-IN" dirty="0" err="1"/>
              <a:t>VectorAssembler</a:t>
            </a:r>
            <a:r>
              <a:rPr lang="en-IN" dirty="0"/>
              <a:t>(</a:t>
            </a:r>
            <a:r>
              <a:rPr lang="en-IN" dirty="0" err="1"/>
              <a:t>inputCols</a:t>
            </a:r>
            <a:r>
              <a:rPr lang="en-IN" dirty="0"/>
              <a:t>=</a:t>
            </a:r>
            <a:r>
              <a:rPr lang="en-IN" dirty="0" err="1"/>
              <a:t>data.columns</a:t>
            </a:r>
            <a:r>
              <a:rPr lang="en-IN" dirty="0"/>
              <a:t>[1:],</a:t>
            </a:r>
            <a:r>
              <a:rPr lang="en-IN" dirty="0" err="1"/>
              <a:t>outputCol</a:t>
            </a:r>
            <a:r>
              <a:rPr lang="en-IN" dirty="0"/>
              <a:t>="feature")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data1 = </a:t>
            </a:r>
            <a:r>
              <a:rPr lang="en-IN" dirty="0" err="1"/>
              <a:t>assembler.transform</a:t>
            </a:r>
            <a:r>
              <a:rPr lang="en-IN" dirty="0"/>
              <a:t>(data)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data1.show()</a:t>
            </a:r>
          </a:p>
        </p:txBody>
      </p:sp>
    </p:spTree>
    <p:extLst>
      <p:ext uri="{BB962C8B-B14F-4D97-AF65-F5344CB8AC3E}">
        <p14:creationId xmlns:p14="http://schemas.microsoft.com/office/powerpoint/2010/main" val="3299261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32D91-8CAB-66C2-91C0-3B1C1E82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EFC7A-20F5-F8A3-97AF-68ECEAD58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pyspark.ml.feature</a:t>
            </a:r>
            <a:r>
              <a:rPr lang="en-IN" dirty="0"/>
              <a:t> import StandardScaler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scaler = StandardScaler(</a:t>
            </a:r>
            <a:r>
              <a:rPr lang="en-IN" dirty="0" err="1"/>
              <a:t>inputCol</a:t>
            </a:r>
            <a:r>
              <a:rPr lang="en-IN" dirty="0"/>
              <a:t>="feature",</a:t>
            </a:r>
            <a:r>
              <a:rPr lang="en-IN" dirty="0" err="1"/>
              <a:t>outputCol</a:t>
            </a:r>
            <a:r>
              <a:rPr lang="en-IN" dirty="0"/>
              <a:t>="scaled-features")</a:t>
            </a:r>
          </a:p>
        </p:txBody>
      </p:sp>
    </p:spTree>
    <p:extLst>
      <p:ext uri="{BB962C8B-B14F-4D97-AF65-F5344CB8AC3E}">
        <p14:creationId xmlns:p14="http://schemas.microsoft.com/office/powerpoint/2010/main" val="3263046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0CBE-87E5-195C-0945-50331A4E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1BDA3-C3F2-77F5-F09C-F8DD39974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scaler_model</a:t>
            </a:r>
            <a:r>
              <a:rPr lang="en-IN" dirty="0"/>
              <a:t>=</a:t>
            </a:r>
            <a:r>
              <a:rPr lang="en-IN" dirty="0" err="1"/>
              <a:t>scaler.fit</a:t>
            </a:r>
            <a:r>
              <a:rPr lang="en-IN" dirty="0"/>
              <a:t>(data1)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scaled_data</a:t>
            </a:r>
            <a:r>
              <a:rPr lang="en-IN" dirty="0"/>
              <a:t> = </a:t>
            </a:r>
            <a:r>
              <a:rPr lang="en-IN" dirty="0" err="1"/>
              <a:t>scaler_model.transform</a:t>
            </a:r>
            <a:r>
              <a:rPr lang="en-IN" dirty="0"/>
              <a:t>(data1)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scaled_data.show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88101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B9A85-1C14-6602-D0B9-C3B9F37F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7C6BD-86E6-C457-E1EB-ED8F14397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data = spark.read.csv('C:/Big Data/INT315/csv/</a:t>
            </a:r>
            <a:r>
              <a:rPr lang="en-IN" dirty="0" err="1"/>
              <a:t>boston_housing.csv',header</a:t>
            </a:r>
            <a:r>
              <a:rPr lang="en-IN" dirty="0"/>
              <a:t>=</a:t>
            </a:r>
            <a:r>
              <a:rPr lang="en-IN" dirty="0" err="1"/>
              <a:t>True,inferSchema</a:t>
            </a:r>
            <a:r>
              <a:rPr lang="en-IN" dirty="0"/>
              <a:t>=True)</a:t>
            </a:r>
          </a:p>
          <a:p>
            <a:pPr marL="0" indent="0">
              <a:buNone/>
            </a:pPr>
            <a:r>
              <a:rPr lang="en-IN" dirty="0" err="1"/>
              <a:t>data.show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08381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52F9-5775-DF78-1D62-EA3094B91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E4527-CC01-E163-D794-4486299D7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feature_colums</a:t>
            </a:r>
            <a:r>
              <a:rPr lang="en-IN" dirty="0"/>
              <a:t> = </a:t>
            </a:r>
            <a:r>
              <a:rPr lang="en-IN" dirty="0" err="1"/>
              <a:t>data.columns</a:t>
            </a:r>
            <a:r>
              <a:rPr lang="en-IN" dirty="0"/>
              <a:t>[:-1]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pyspark.ml.feature</a:t>
            </a:r>
            <a:r>
              <a:rPr lang="en-IN" dirty="0"/>
              <a:t> import </a:t>
            </a:r>
            <a:r>
              <a:rPr lang="en-IN" dirty="0" err="1"/>
              <a:t>VectorAssembler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assembler = </a:t>
            </a:r>
            <a:r>
              <a:rPr lang="en-IN" dirty="0" err="1"/>
              <a:t>VectorAssembler</a:t>
            </a:r>
            <a:r>
              <a:rPr lang="en-IN" dirty="0"/>
              <a:t>(</a:t>
            </a:r>
            <a:r>
              <a:rPr lang="en-IN" dirty="0" err="1"/>
              <a:t>inputCols</a:t>
            </a:r>
            <a:r>
              <a:rPr lang="en-IN" dirty="0"/>
              <a:t>=</a:t>
            </a:r>
            <a:r>
              <a:rPr lang="en-IN" dirty="0" err="1"/>
              <a:t>feature_colums,outputCol</a:t>
            </a:r>
            <a:r>
              <a:rPr lang="en-IN" dirty="0"/>
              <a:t>="features")</a:t>
            </a:r>
          </a:p>
          <a:p>
            <a:pPr marL="0" indent="0">
              <a:buNone/>
            </a:pPr>
            <a:r>
              <a:rPr lang="en-IN" dirty="0"/>
              <a:t>data1 = </a:t>
            </a:r>
            <a:r>
              <a:rPr lang="en-IN" dirty="0" err="1"/>
              <a:t>assembler.transform</a:t>
            </a:r>
            <a:r>
              <a:rPr lang="en-IN" dirty="0"/>
              <a:t>(data)</a:t>
            </a:r>
          </a:p>
          <a:p>
            <a:pPr marL="0" indent="0">
              <a:buNone/>
            </a:pPr>
            <a:r>
              <a:rPr lang="en-IN" dirty="0"/>
              <a:t>data1.show()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139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4F91F-CAE6-36DF-1EA4-DC2AF7DB2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328C5-6D20-8641-AF8B-6A915E430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train,test</a:t>
            </a:r>
            <a:r>
              <a:rPr lang="en-IN" dirty="0"/>
              <a:t> = data1.randomSplit([0.7,0.3])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pyspark.ml.regression</a:t>
            </a:r>
            <a:r>
              <a:rPr lang="en-IN" dirty="0"/>
              <a:t> import </a:t>
            </a:r>
            <a:r>
              <a:rPr lang="en-IN" dirty="0" err="1"/>
              <a:t>LinearRegression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759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C2BF-C3F8-03BA-8366-E12DDBD56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8A719-331F-527E-DF87-DD0D4D763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algo = </a:t>
            </a:r>
            <a:r>
              <a:rPr lang="en-IN" dirty="0" err="1"/>
              <a:t>LinearRegression</a:t>
            </a:r>
            <a:r>
              <a:rPr lang="en-IN" dirty="0"/>
              <a:t>(</a:t>
            </a:r>
            <a:r>
              <a:rPr lang="en-IN" dirty="0" err="1"/>
              <a:t>featuresCol</a:t>
            </a:r>
            <a:r>
              <a:rPr lang="en-IN" dirty="0"/>
              <a:t>="features",</a:t>
            </a:r>
            <a:r>
              <a:rPr lang="en-IN" dirty="0" err="1"/>
              <a:t>labelCol</a:t>
            </a:r>
            <a:r>
              <a:rPr lang="en-IN" dirty="0"/>
              <a:t>="</a:t>
            </a:r>
            <a:r>
              <a:rPr lang="en-IN" dirty="0" err="1"/>
              <a:t>medv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model = </a:t>
            </a:r>
            <a:r>
              <a:rPr lang="en-IN" dirty="0" err="1"/>
              <a:t>algo.fit</a:t>
            </a:r>
            <a:r>
              <a:rPr lang="en-IN" dirty="0"/>
              <a:t>(train)</a:t>
            </a:r>
          </a:p>
        </p:txBody>
      </p:sp>
    </p:spTree>
    <p:extLst>
      <p:ext uri="{BB962C8B-B14F-4D97-AF65-F5344CB8AC3E}">
        <p14:creationId xmlns:p14="http://schemas.microsoft.com/office/powerpoint/2010/main" val="2209001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D04AE-4A12-1472-1FC5-00979CAF1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9B9E3-BAA4-30A7-BA5A-7AA565783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evaluation_summary</a:t>
            </a:r>
            <a:r>
              <a:rPr lang="en-US" dirty="0"/>
              <a:t> = </a:t>
            </a:r>
            <a:r>
              <a:rPr lang="en-US" dirty="0" err="1"/>
              <a:t>model.evaluate</a:t>
            </a:r>
            <a:r>
              <a:rPr lang="en-US" dirty="0"/>
              <a:t>(test)</a:t>
            </a:r>
          </a:p>
          <a:p>
            <a:pPr marL="0" indent="0">
              <a:buNone/>
            </a:pPr>
            <a:r>
              <a:rPr lang="en-US" dirty="0" err="1"/>
              <a:t>evaluation_summary.meanAbsoluteError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128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B6D4A-3B3A-C42A-379B-048D7F958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1766B-9627-1EB0-B398-825D92DA8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predictions = </a:t>
            </a:r>
            <a:r>
              <a:rPr lang="en-US" dirty="0" err="1"/>
              <a:t>model.transform</a:t>
            </a:r>
            <a:r>
              <a:rPr lang="en-US" dirty="0"/>
              <a:t>(test)</a:t>
            </a:r>
          </a:p>
          <a:p>
            <a:pPr marL="0" indent="0">
              <a:buNone/>
            </a:pPr>
            <a:r>
              <a:rPr lang="en-US" dirty="0" err="1"/>
              <a:t>predictions.select</a:t>
            </a:r>
            <a:r>
              <a:rPr lang="en-US" dirty="0"/>
              <a:t>(</a:t>
            </a:r>
            <a:r>
              <a:rPr lang="en-US" dirty="0" err="1"/>
              <a:t>predictions.columns</a:t>
            </a:r>
            <a:r>
              <a:rPr lang="en-US" dirty="0"/>
              <a:t>[13:]).show()</a:t>
            </a:r>
          </a:p>
        </p:txBody>
      </p:sp>
    </p:spTree>
    <p:extLst>
      <p:ext uri="{BB962C8B-B14F-4D97-AF65-F5344CB8AC3E}">
        <p14:creationId xmlns:p14="http://schemas.microsoft.com/office/powerpoint/2010/main" val="2783290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42DF7-010A-DE49-D592-13FF8737E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3BE8C-5038-F551-2829-284057281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pyspark.sql</a:t>
            </a:r>
            <a:r>
              <a:rPr lang="en-IN" dirty="0"/>
              <a:t> import </a:t>
            </a:r>
            <a:r>
              <a:rPr lang="en-IN" dirty="0" err="1"/>
              <a:t>SparkSession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spark = </a:t>
            </a:r>
            <a:r>
              <a:rPr lang="en-IN" dirty="0" err="1"/>
              <a:t>SparkSession.builder.getOrCreate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 = spark.read.csv('</a:t>
            </a:r>
            <a:r>
              <a:rPr lang="en-US" dirty="0"/>
              <a:t>C:/Big Data/INT315/csv</a:t>
            </a:r>
            <a:r>
              <a:rPr lang="en-IN" dirty="0"/>
              <a:t>/</a:t>
            </a:r>
            <a:r>
              <a:rPr lang="en-IN" dirty="0" err="1"/>
              <a:t>iris.csv',header</a:t>
            </a:r>
            <a:r>
              <a:rPr lang="en-IN" dirty="0"/>
              <a:t>=</a:t>
            </a:r>
            <a:r>
              <a:rPr lang="en-IN" dirty="0" err="1"/>
              <a:t>True,inferSchema</a:t>
            </a:r>
            <a:r>
              <a:rPr lang="en-IN" dirty="0"/>
              <a:t>=True)</a:t>
            </a:r>
          </a:p>
          <a:p>
            <a:pPr marL="0" indent="0">
              <a:buNone/>
            </a:pPr>
            <a:r>
              <a:rPr lang="en-IN" dirty="0" err="1"/>
              <a:t>df.show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29784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7885D-F1B3-20F2-29D3-DE252BA0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ECE44-2FE6-B096-3303-069F4AA66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pyspark.ml.feature</a:t>
            </a:r>
            <a:r>
              <a:rPr lang="en-IN" dirty="0"/>
              <a:t> import </a:t>
            </a:r>
            <a:r>
              <a:rPr lang="en-IN" dirty="0" err="1"/>
              <a:t>VectorAssembler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vector_assembler</a:t>
            </a:r>
            <a:r>
              <a:rPr lang="en-IN" dirty="0"/>
              <a:t> = </a:t>
            </a:r>
            <a:r>
              <a:rPr lang="en-IN" dirty="0" err="1"/>
              <a:t>VectorAssembler</a:t>
            </a:r>
            <a:r>
              <a:rPr lang="en-IN" dirty="0"/>
              <a:t>(</a:t>
            </a:r>
            <a:r>
              <a:rPr lang="en-IN" dirty="0" err="1"/>
              <a:t>inputCols</a:t>
            </a:r>
            <a:r>
              <a:rPr lang="en-IN" dirty="0"/>
              <a:t>=</a:t>
            </a:r>
            <a:r>
              <a:rPr lang="en-IN" dirty="0" err="1"/>
              <a:t>df.columns</a:t>
            </a:r>
            <a:r>
              <a:rPr lang="en-IN" dirty="0"/>
              <a:t>[:-1],</a:t>
            </a:r>
            <a:r>
              <a:rPr lang="en-IN" dirty="0" err="1"/>
              <a:t>outputCol</a:t>
            </a:r>
            <a:r>
              <a:rPr lang="en-IN" dirty="0"/>
              <a:t>="features")</a:t>
            </a:r>
          </a:p>
          <a:p>
            <a:pPr marL="0" indent="0">
              <a:buNone/>
            </a:pPr>
            <a:r>
              <a:rPr lang="en-IN" dirty="0"/>
              <a:t>df1 = </a:t>
            </a:r>
            <a:r>
              <a:rPr lang="en-IN" dirty="0" err="1"/>
              <a:t>vector_assembler.transform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85617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0948-AF07-7766-A2B8-2E55CDD5C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F2939-9218-82F6-838C-8124EB187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pyspark.ml.feature</a:t>
            </a:r>
            <a:r>
              <a:rPr lang="en-IN" dirty="0"/>
              <a:t> import </a:t>
            </a:r>
            <a:r>
              <a:rPr lang="en-IN" dirty="0" err="1"/>
              <a:t>StringIndexer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l_indexer</a:t>
            </a:r>
            <a:r>
              <a:rPr lang="en-IN" dirty="0"/>
              <a:t> = </a:t>
            </a:r>
            <a:r>
              <a:rPr lang="en-IN" dirty="0" err="1"/>
              <a:t>StringIndexer</a:t>
            </a:r>
            <a:r>
              <a:rPr lang="en-IN" dirty="0"/>
              <a:t>(</a:t>
            </a:r>
            <a:r>
              <a:rPr lang="en-IN" dirty="0" err="1"/>
              <a:t>inputCol</a:t>
            </a:r>
            <a:r>
              <a:rPr lang="en-IN" dirty="0"/>
              <a:t>="species", </a:t>
            </a:r>
            <a:r>
              <a:rPr lang="en-IN" dirty="0" err="1"/>
              <a:t>outputCol</a:t>
            </a:r>
            <a:r>
              <a:rPr lang="en-IN" dirty="0"/>
              <a:t>="</a:t>
            </a:r>
            <a:r>
              <a:rPr lang="en-IN" dirty="0" err="1"/>
              <a:t>labelIndex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df1 = </a:t>
            </a:r>
            <a:r>
              <a:rPr lang="en-IN" dirty="0" err="1"/>
              <a:t>l_indexer.fit</a:t>
            </a:r>
            <a:r>
              <a:rPr lang="en-IN" dirty="0"/>
              <a:t>(df1).transform(df1)</a:t>
            </a:r>
          </a:p>
        </p:txBody>
      </p:sp>
    </p:spTree>
    <p:extLst>
      <p:ext uri="{BB962C8B-B14F-4D97-AF65-F5344CB8AC3E}">
        <p14:creationId xmlns:p14="http://schemas.microsoft.com/office/powerpoint/2010/main" val="396178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9A1D2-8AAE-5D52-7BD6-18DD2240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F3CB9-9E60-C2F9-C9FB-F80CA405B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(</a:t>
            </a:r>
            <a:r>
              <a:rPr lang="en-IN" dirty="0" err="1"/>
              <a:t>trainingData</a:t>
            </a:r>
            <a:r>
              <a:rPr lang="en-IN" dirty="0"/>
              <a:t>, </a:t>
            </a:r>
            <a:r>
              <a:rPr lang="en-IN" dirty="0" err="1"/>
              <a:t>testData</a:t>
            </a:r>
            <a:r>
              <a:rPr lang="en-IN" dirty="0"/>
              <a:t>) = df1.randomSplit([0.7, 0.3])</a:t>
            </a:r>
          </a:p>
        </p:txBody>
      </p:sp>
    </p:spTree>
    <p:extLst>
      <p:ext uri="{BB962C8B-B14F-4D97-AF65-F5344CB8AC3E}">
        <p14:creationId xmlns:p14="http://schemas.microsoft.com/office/powerpoint/2010/main" val="1583403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350AA-0B00-7B72-D69E-8FE25EDEC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AF035-72EA-ABB6-FD7B-950E04DD1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pyspark.ml.classification</a:t>
            </a:r>
            <a:r>
              <a:rPr lang="en-IN" dirty="0"/>
              <a:t> import </a:t>
            </a:r>
            <a:r>
              <a:rPr lang="en-IN" dirty="0" err="1"/>
              <a:t>DecisionTreeClassifier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pyspark.ml.evaluation</a:t>
            </a:r>
            <a:r>
              <a:rPr lang="en-IN" dirty="0"/>
              <a:t> import </a:t>
            </a:r>
            <a:r>
              <a:rPr lang="en-IN" dirty="0" err="1"/>
              <a:t>MulticlassClassificationEvaluator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2627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089B7-6CFC-DCE2-D261-A2A191F4C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536E2-BF78-8255-FC8B-99733A760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dt = </a:t>
            </a:r>
            <a:r>
              <a:rPr lang="en-IN" dirty="0" err="1"/>
              <a:t>DecisionTreeClassifier</a:t>
            </a:r>
            <a:r>
              <a:rPr lang="en-IN" dirty="0"/>
              <a:t>(</a:t>
            </a:r>
            <a:r>
              <a:rPr lang="en-IN" dirty="0" err="1"/>
              <a:t>labelCol</a:t>
            </a:r>
            <a:r>
              <a:rPr lang="en-IN" dirty="0"/>
              <a:t>="</a:t>
            </a:r>
            <a:r>
              <a:rPr lang="en-IN" dirty="0" err="1"/>
              <a:t>labelIndex</a:t>
            </a:r>
            <a:r>
              <a:rPr lang="en-IN" dirty="0"/>
              <a:t>", </a:t>
            </a:r>
            <a:r>
              <a:rPr lang="en-IN" dirty="0" err="1"/>
              <a:t>featuresCol</a:t>
            </a:r>
            <a:r>
              <a:rPr lang="en-IN" dirty="0"/>
              <a:t>="features")</a:t>
            </a:r>
          </a:p>
          <a:p>
            <a:pPr marL="0" indent="0">
              <a:buNone/>
            </a:pPr>
            <a:r>
              <a:rPr lang="en-IN" dirty="0"/>
              <a:t>model = </a:t>
            </a:r>
            <a:r>
              <a:rPr lang="en-IN" dirty="0" err="1"/>
              <a:t>dt.fit</a:t>
            </a:r>
            <a:r>
              <a:rPr lang="en-IN" dirty="0"/>
              <a:t>(</a:t>
            </a:r>
            <a:r>
              <a:rPr lang="en-IN" dirty="0" err="1"/>
              <a:t>trainingData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5878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59F62-EEA0-10C7-C593-32652BA7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B6190-0908-87B8-A42C-9E01C75B9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predictions = </a:t>
            </a:r>
            <a:r>
              <a:rPr lang="en-IN" dirty="0" err="1"/>
              <a:t>model.transform</a:t>
            </a:r>
            <a:r>
              <a:rPr lang="en-IN" dirty="0"/>
              <a:t>(</a:t>
            </a:r>
            <a:r>
              <a:rPr lang="en-IN" dirty="0" err="1"/>
              <a:t>testData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err="1"/>
              <a:t>predictions.select</a:t>
            </a:r>
            <a:r>
              <a:rPr lang="en-IN" dirty="0"/>
              <a:t>("prediction", "</a:t>
            </a:r>
            <a:r>
              <a:rPr lang="en-IN" dirty="0" err="1"/>
              <a:t>labelIndex</a:t>
            </a:r>
            <a:r>
              <a:rPr lang="en-IN" dirty="0"/>
              <a:t>").show(5)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671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4268E-A4F0-AC81-DF6C-E7292861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812F-6B9F-BDB5-AAEF-6F5264820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evaluator = </a:t>
            </a:r>
            <a:r>
              <a:rPr lang="en-IN" dirty="0" err="1"/>
              <a:t>MulticlassClassificationEvaluator</a:t>
            </a:r>
            <a:r>
              <a:rPr lang="en-IN" dirty="0"/>
              <a:t>(</a:t>
            </a:r>
            <a:r>
              <a:rPr lang="en-IN" dirty="0" err="1"/>
              <a:t>labelCol</a:t>
            </a:r>
            <a:r>
              <a:rPr lang="en-IN" dirty="0"/>
              <a:t>="</a:t>
            </a:r>
            <a:r>
              <a:rPr lang="en-IN" dirty="0" err="1"/>
              <a:t>labelIndex</a:t>
            </a:r>
            <a:r>
              <a:rPr lang="en-IN" dirty="0"/>
              <a:t>", </a:t>
            </a:r>
            <a:r>
              <a:rPr lang="en-IN" dirty="0" err="1"/>
              <a:t>predictionCol</a:t>
            </a:r>
            <a:r>
              <a:rPr lang="en-IN" dirty="0"/>
              <a:t>="prediction",</a:t>
            </a:r>
            <a:r>
              <a:rPr lang="en-IN" dirty="0" err="1"/>
              <a:t>metricName</a:t>
            </a:r>
            <a:r>
              <a:rPr lang="en-IN" dirty="0"/>
              <a:t>="accuracy")</a:t>
            </a:r>
          </a:p>
          <a:p>
            <a:pPr marL="0" indent="0">
              <a:buNone/>
            </a:pPr>
            <a:r>
              <a:rPr lang="en-IN" dirty="0"/>
              <a:t>accuracy = </a:t>
            </a:r>
            <a:r>
              <a:rPr lang="en-IN" dirty="0" err="1"/>
              <a:t>evaluator.evaluate</a:t>
            </a:r>
            <a:r>
              <a:rPr lang="en-IN" dirty="0"/>
              <a:t>(predictions)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3294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AF560-83EC-212E-4ABC-D663B159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47DD6-7271-A3FE-172E-BEB242C78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print("Test Error = %g " % (1.0 - accuracy))</a:t>
            </a:r>
          </a:p>
          <a:p>
            <a:pPr marL="0" indent="0">
              <a:buNone/>
            </a:pPr>
            <a:r>
              <a:rPr lang="en-IN" dirty="0"/>
              <a:t>print(model)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29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C3245-0DB2-0CB4-678B-A0B1D9936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04F61-8407-AA09-F2BE-AFBE53ED3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337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19CA7-0235-A614-636B-A3EAC6296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0CA22-53F8-0DFA-B878-130F2AE93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3323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38E34-0915-3771-EBBB-E74BA50B2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7469C-A993-B7C6-4A59-51CB9C270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562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E5080-7C5C-BBA1-F9B3-3713EDD0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65942-11D3-91EA-3057-146298B79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317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C4634-C5D9-3FFE-D608-DD63042B7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45FA9-AC85-9DDF-013A-61243ECCA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6293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219AB-3818-0AB1-C833-B4349338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CB676-A09F-88C1-5ABE-632BB7F8F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9837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A8E0A-8E22-35FD-AEAB-55975B804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1BD34-88BC-6794-2F9E-0B58703C5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78454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BF7A6-EE75-37C0-ED46-EE98D195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D7768-B426-1C68-9F78-E7FCFE11A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453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2F8FC-06A6-DEE6-F9F3-0334101BA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6F541-4DF8-58D3-D243-D10452CCB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239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624</Words>
  <Application>Microsoft Office PowerPoint</Application>
  <PresentationFormat>Widescreen</PresentationFormat>
  <Paragraphs>73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Maan</dc:creator>
  <cp:lastModifiedBy>Aryan Maan</cp:lastModifiedBy>
  <cp:revision>4</cp:revision>
  <dcterms:created xsi:type="dcterms:W3CDTF">2025-10-29T08:22:58Z</dcterms:created>
  <dcterms:modified xsi:type="dcterms:W3CDTF">2025-10-31T08:27:08Z</dcterms:modified>
</cp:coreProperties>
</file>