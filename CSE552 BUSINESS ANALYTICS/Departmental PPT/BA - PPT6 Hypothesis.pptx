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3" r:id="rId38"/>
    <p:sldId id="294" r:id="rId39"/>
    <p:sldId id="297" r:id="rId40"/>
    <p:sldId id="298" r:id="rId41"/>
    <p:sldId id="299" r:id="rId42"/>
    <p:sldId id="300" r:id="rId43"/>
    <p:sldId id="302" r:id="rId44"/>
  </p:sldIdLst>
  <p:sldSz cx="9144000" cy="5143500" type="screen16x9"/>
  <p:notesSz cx="6858000" cy="9144000"/>
  <p:embeddedFontLst>
    <p:embeddedFont>
      <p:font typeface="Lato" panose="020F0502020204030203" pitchFamily="34" charset="0"/>
      <p:regular r:id="rId46"/>
      <p:bold r:id="rId47"/>
      <p:italic r:id="rId48"/>
      <p:boldItalic r:id="rId49"/>
    </p:embeddedFont>
    <p:embeddedFont>
      <p:font typeface="Raleway" pitchFamily="2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C8DC7-41A3-4879-91BC-C05A898B39C6}" v="11" dt="2026-09-25T10:10:45.503"/>
  </p1510:revLst>
</p1510:revInfo>
</file>

<file path=ppt/tableStyles.xml><?xml version="1.0" encoding="utf-8"?>
<a:tblStyleLst xmlns:a="http://schemas.openxmlformats.org/drawingml/2006/main" def="{55111C8B-B500-474E-9AE7-624160525A0A}">
  <a:tblStyle styleId="{55111C8B-B500-474E-9AE7-624160525A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42" y="2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ingh" userId="c39f84699bbd3083" providerId="LiveId" clId="{64D1BC97-36EF-4269-BB8A-7199E0F14C85}"/>
    <pc:docChg chg="undo custSel delSld modSld">
      <pc:chgData name="Aman Singh" userId="c39f84699bbd3083" providerId="LiveId" clId="{64D1BC97-36EF-4269-BB8A-7199E0F14C85}" dt="2026-09-25T10:13:27.574" v="618" actId="692"/>
      <pc:docMkLst>
        <pc:docMk/>
      </pc:docMkLst>
      <pc:sldChg chg="modSp mod">
        <pc:chgData name="Aman Singh" userId="c39f84699bbd3083" providerId="LiveId" clId="{64D1BC97-36EF-4269-BB8A-7199E0F14C85}" dt="2026-09-25T08:19:19.096" v="157" actId="27636"/>
        <pc:sldMkLst>
          <pc:docMk/>
          <pc:sldMk cId="0" sldId="261"/>
        </pc:sldMkLst>
        <pc:spChg chg="mod">
          <ac:chgData name="Aman Singh" userId="c39f84699bbd3083" providerId="LiveId" clId="{64D1BC97-36EF-4269-BB8A-7199E0F14C85}" dt="2026-09-25T08:19:19.096" v="157" actId="27636"/>
          <ac:spMkLst>
            <pc:docMk/>
            <pc:sldMk cId="0" sldId="261"/>
            <ac:spMk id="121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8:19:19.115" v="158" actId="27636"/>
        <pc:sldMkLst>
          <pc:docMk/>
          <pc:sldMk cId="0" sldId="265"/>
        </pc:sldMkLst>
        <pc:spChg chg="mod">
          <ac:chgData name="Aman Singh" userId="c39f84699bbd3083" providerId="LiveId" clId="{64D1BC97-36EF-4269-BB8A-7199E0F14C85}" dt="2026-09-25T08:19:19.115" v="158" actId="27636"/>
          <ac:spMkLst>
            <pc:docMk/>
            <pc:sldMk cId="0" sldId="265"/>
            <ac:spMk id="147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8:07:39.659" v="43" actId="692"/>
        <pc:sldMkLst>
          <pc:docMk/>
          <pc:sldMk cId="0" sldId="266"/>
        </pc:sldMkLst>
        <pc:spChg chg="mod">
          <ac:chgData name="Aman Singh" userId="c39f84699bbd3083" providerId="LiveId" clId="{64D1BC97-36EF-4269-BB8A-7199E0F14C85}" dt="2026-09-25T08:07:06.871" v="10" actId="1076"/>
          <ac:spMkLst>
            <pc:docMk/>
            <pc:sldMk cId="0" sldId="266"/>
            <ac:spMk id="152" creationId="{00000000-0000-0000-0000-000000000000}"/>
          </ac:spMkLst>
        </pc:spChg>
        <pc:spChg chg="mod">
          <ac:chgData name="Aman Singh" userId="c39f84699bbd3083" providerId="LiveId" clId="{64D1BC97-36EF-4269-BB8A-7199E0F14C85}" dt="2026-09-25T08:07:20.674" v="39" actId="1036"/>
          <ac:spMkLst>
            <pc:docMk/>
            <pc:sldMk cId="0" sldId="266"/>
            <ac:spMk id="153" creationId="{00000000-0000-0000-0000-000000000000}"/>
          </ac:spMkLst>
        </pc:spChg>
        <pc:picChg chg="mod">
          <ac:chgData name="Aman Singh" userId="c39f84699bbd3083" providerId="LiveId" clId="{64D1BC97-36EF-4269-BB8A-7199E0F14C85}" dt="2026-09-25T08:07:39.659" v="43" actId="692"/>
          <ac:picMkLst>
            <pc:docMk/>
            <pc:sldMk cId="0" sldId="266"/>
            <ac:picMk id="154" creationId="{00000000-0000-0000-0000-000000000000}"/>
          </ac:picMkLst>
        </pc:picChg>
      </pc:sldChg>
      <pc:sldChg chg="modSp mod">
        <pc:chgData name="Aman Singh" userId="c39f84699bbd3083" providerId="LiveId" clId="{64D1BC97-36EF-4269-BB8A-7199E0F14C85}" dt="2026-09-25T08:10:16.593" v="79" actId="1036"/>
        <pc:sldMkLst>
          <pc:docMk/>
          <pc:sldMk cId="0" sldId="268"/>
        </pc:sldMkLst>
        <pc:spChg chg="mod">
          <ac:chgData name="Aman Singh" userId="c39f84699bbd3083" providerId="LiveId" clId="{64D1BC97-36EF-4269-BB8A-7199E0F14C85}" dt="2026-09-25T08:09:28.182" v="44" actId="1076"/>
          <ac:spMkLst>
            <pc:docMk/>
            <pc:sldMk cId="0" sldId="268"/>
            <ac:spMk id="165" creationId="{00000000-0000-0000-0000-000000000000}"/>
          </ac:spMkLst>
        </pc:spChg>
        <pc:spChg chg="mod">
          <ac:chgData name="Aman Singh" userId="c39f84699bbd3083" providerId="LiveId" clId="{64D1BC97-36EF-4269-BB8A-7199E0F14C85}" dt="2026-09-25T08:10:16.593" v="79" actId="1036"/>
          <ac:spMkLst>
            <pc:docMk/>
            <pc:sldMk cId="0" sldId="268"/>
            <ac:spMk id="166" creationId="{00000000-0000-0000-0000-000000000000}"/>
          </ac:spMkLst>
        </pc:spChg>
        <pc:spChg chg="mod">
          <ac:chgData name="Aman Singh" userId="c39f84699bbd3083" providerId="LiveId" clId="{64D1BC97-36EF-4269-BB8A-7199E0F14C85}" dt="2026-09-25T08:09:38.445" v="49" actId="14100"/>
          <ac:spMkLst>
            <pc:docMk/>
            <pc:sldMk cId="0" sldId="268"/>
            <ac:spMk id="168" creationId="{00000000-0000-0000-0000-000000000000}"/>
          </ac:spMkLst>
        </pc:spChg>
        <pc:spChg chg="mod">
          <ac:chgData name="Aman Singh" userId="c39f84699bbd3083" providerId="LiveId" clId="{64D1BC97-36EF-4269-BB8A-7199E0F14C85}" dt="2026-09-25T08:10:06.788" v="58" actId="692"/>
          <ac:spMkLst>
            <pc:docMk/>
            <pc:sldMk cId="0" sldId="268"/>
            <ac:spMk id="169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8:11:24.083" v="87" actId="692"/>
        <pc:sldMkLst>
          <pc:docMk/>
          <pc:sldMk cId="0" sldId="269"/>
        </pc:sldMkLst>
        <pc:spChg chg="mod">
          <ac:chgData name="Aman Singh" userId="c39f84699bbd3083" providerId="LiveId" clId="{64D1BC97-36EF-4269-BB8A-7199E0F14C85}" dt="2026-09-25T08:10:52.920" v="80" actId="1076"/>
          <ac:spMkLst>
            <pc:docMk/>
            <pc:sldMk cId="0" sldId="269"/>
            <ac:spMk id="174" creationId="{00000000-0000-0000-0000-000000000000}"/>
          </ac:spMkLst>
        </pc:spChg>
        <pc:spChg chg="mod">
          <ac:chgData name="Aman Singh" userId="c39f84699bbd3083" providerId="LiveId" clId="{64D1BC97-36EF-4269-BB8A-7199E0F14C85}" dt="2026-09-25T08:11:00.951" v="85" actId="123"/>
          <ac:spMkLst>
            <pc:docMk/>
            <pc:sldMk cId="0" sldId="269"/>
            <ac:spMk id="175" creationId="{00000000-0000-0000-0000-000000000000}"/>
          </ac:spMkLst>
        </pc:spChg>
        <pc:picChg chg="mod">
          <ac:chgData name="Aman Singh" userId="c39f84699bbd3083" providerId="LiveId" clId="{64D1BC97-36EF-4269-BB8A-7199E0F14C85}" dt="2026-09-25T08:11:24.083" v="87" actId="692"/>
          <ac:picMkLst>
            <pc:docMk/>
            <pc:sldMk cId="0" sldId="269"/>
            <ac:picMk id="176" creationId="{00000000-0000-0000-0000-000000000000}"/>
          </ac:picMkLst>
        </pc:picChg>
      </pc:sldChg>
      <pc:sldChg chg="addSp modSp mod">
        <pc:chgData name="Aman Singh" userId="c39f84699bbd3083" providerId="LiveId" clId="{64D1BC97-36EF-4269-BB8A-7199E0F14C85}" dt="2026-09-25T08:13:37.688" v="104" actId="20577"/>
        <pc:sldMkLst>
          <pc:docMk/>
          <pc:sldMk cId="0" sldId="270"/>
        </pc:sldMkLst>
        <pc:spChg chg="add mod">
          <ac:chgData name="Aman Singh" userId="c39f84699bbd3083" providerId="LiveId" clId="{64D1BC97-36EF-4269-BB8A-7199E0F14C85}" dt="2026-09-25T08:12:53.915" v="96" actId="14100"/>
          <ac:spMkLst>
            <pc:docMk/>
            <pc:sldMk cId="0" sldId="270"/>
            <ac:spMk id="3" creationId="{82A770DC-4729-ADD9-1160-FD60EC8C5517}"/>
          </ac:spMkLst>
        </pc:spChg>
        <pc:spChg chg="mod">
          <ac:chgData name="Aman Singh" userId="c39f84699bbd3083" providerId="LiveId" clId="{64D1BC97-36EF-4269-BB8A-7199E0F14C85}" dt="2026-09-25T08:12:22.997" v="88" actId="1076"/>
          <ac:spMkLst>
            <pc:docMk/>
            <pc:sldMk cId="0" sldId="270"/>
            <ac:spMk id="181" creationId="{00000000-0000-0000-0000-000000000000}"/>
          </ac:spMkLst>
        </pc:spChg>
        <pc:spChg chg="mod">
          <ac:chgData name="Aman Singh" userId="c39f84699bbd3083" providerId="LiveId" clId="{64D1BC97-36EF-4269-BB8A-7199E0F14C85}" dt="2026-09-25T08:13:37.688" v="104" actId="20577"/>
          <ac:spMkLst>
            <pc:docMk/>
            <pc:sldMk cId="0" sldId="270"/>
            <ac:spMk id="182" creationId="{00000000-0000-0000-0000-000000000000}"/>
          </ac:spMkLst>
        </pc:spChg>
        <pc:picChg chg="mod">
          <ac:chgData name="Aman Singh" userId="c39f84699bbd3083" providerId="LiveId" clId="{64D1BC97-36EF-4269-BB8A-7199E0F14C85}" dt="2026-09-25T08:13:02.521" v="99" actId="2085"/>
          <ac:picMkLst>
            <pc:docMk/>
            <pc:sldMk cId="0" sldId="270"/>
            <ac:picMk id="183" creationId="{00000000-0000-0000-0000-000000000000}"/>
          </ac:picMkLst>
        </pc:picChg>
      </pc:sldChg>
      <pc:sldChg chg="modSp mod">
        <pc:chgData name="Aman Singh" userId="c39f84699bbd3083" providerId="LiveId" clId="{64D1BC97-36EF-4269-BB8A-7199E0F14C85}" dt="2026-09-25T08:15:04.857" v="115" actId="1076"/>
        <pc:sldMkLst>
          <pc:docMk/>
          <pc:sldMk cId="0" sldId="271"/>
        </pc:sldMkLst>
        <pc:spChg chg="mod">
          <ac:chgData name="Aman Singh" userId="c39f84699bbd3083" providerId="LiveId" clId="{64D1BC97-36EF-4269-BB8A-7199E0F14C85}" dt="2026-09-25T08:14:32.293" v="106" actId="1076"/>
          <ac:spMkLst>
            <pc:docMk/>
            <pc:sldMk cId="0" sldId="271"/>
            <ac:spMk id="188" creationId="{00000000-0000-0000-0000-000000000000}"/>
          </ac:spMkLst>
        </pc:spChg>
        <pc:spChg chg="mod">
          <ac:chgData name="Aman Singh" userId="c39f84699bbd3083" providerId="LiveId" clId="{64D1BC97-36EF-4269-BB8A-7199E0F14C85}" dt="2026-09-25T08:14:48.937" v="111" actId="113"/>
          <ac:spMkLst>
            <pc:docMk/>
            <pc:sldMk cId="0" sldId="271"/>
            <ac:spMk id="189" creationId="{00000000-0000-0000-0000-000000000000}"/>
          </ac:spMkLst>
        </pc:spChg>
        <pc:spChg chg="mod">
          <ac:chgData name="Aman Singh" userId="c39f84699bbd3083" providerId="LiveId" clId="{64D1BC97-36EF-4269-BB8A-7199E0F14C85}" dt="2026-09-25T08:15:04.857" v="115" actId="1076"/>
          <ac:spMkLst>
            <pc:docMk/>
            <pc:sldMk cId="0" sldId="271"/>
            <ac:spMk id="191" creationId="{00000000-0000-0000-0000-000000000000}"/>
          </ac:spMkLst>
        </pc:spChg>
        <pc:picChg chg="mod">
          <ac:chgData name="Aman Singh" userId="c39f84699bbd3083" providerId="LiveId" clId="{64D1BC97-36EF-4269-BB8A-7199E0F14C85}" dt="2026-09-25T08:15:01.578" v="114" actId="1076"/>
          <ac:picMkLst>
            <pc:docMk/>
            <pc:sldMk cId="0" sldId="271"/>
            <ac:picMk id="190" creationId="{00000000-0000-0000-0000-000000000000}"/>
          </ac:picMkLst>
        </pc:picChg>
      </pc:sldChg>
      <pc:sldChg chg="addSp modSp mod">
        <pc:chgData name="Aman Singh" userId="c39f84699bbd3083" providerId="LiveId" clId="{64D1BC97-36EF-4269-BB8A-7199E0F14C85}" dt="2026-09-25T08:19:11.866" v="154" actId="21"/>
        <pc:sldMkLst>
          <pc:docMk/>
          <pc:sldMk cId="0" sldId="272"/>
        </pc:sldMkLst>
        <pc:spChg chg="add mod">
          <ac:chgData name="Aman Singh" userId="c39f84699bbd3083" providerId="LiveId" clId="{64D1BC97-36EF-4269-BB8A-7199E0F14C85}" dt="2026-09-25T08:16:33.397" v="126" actId="114"/>
          <ac:spMkLst>
            <pc:docMk/>
            <pc:sldMk cId="0" sldId="272"/>
            <ac:spMk id="3" creationId="{D035F8C0-A1E5-73F3-E646-37A75592992B}"/>
          </ac:spMkLst>
        </pc:spChg>
        <pc:spChg chg="mod">
          <ac:chgData name="Aman Singh" userId="c39f84699bbd3083" providerId="LiveId" clId="{64D1BC97-36EF-4269-BB8A-7199E0F14C85}" dt="2026-09-25T08:15:46.491" v="116" actId="1076"/>
          <ac:spMkLst>
            <pc:docMk/>
            <pc:sldMk cId="0" sldId="272"/>
            <ac:spMk id="197" creationId="{00000000-0000-0000-0000-000000000000}"/>
          </ac:spMkLst>
        </pc:spChg>
        <pc:spChg chg="mod">
          <ac:chgData name="Aman Singh" userId="c39f84699bbd3083" providerId="LiveId" clId="{64D1BC97-36EF-4269-BB8A-7199E0F14C85}" dt="2026-09-25T08:19:11.866" v="154" actId="21"/>
          <ac:spMkLst>
            <pc:docMk/>
            <pc:sldMk cId="0" sldId="272"/>
            <ac:spMk id="198" creationId="{00000000-0000-0000-0000-000000000000}"/>
          </ac:spMkLst>
        </pc:spChg>
        <pc:picChg chg="add mod">
          <ac:chgData name="Aman Singh" userId="c39f84699bbd3083" providerId="LiveId" clId="{64D1BC97-36EF-4269-BB8A-7199E0F14C85}" dt="2026-09-25T08:18:22.527" v="152" actId="1076"/>
          <ac:picMkLst>
            <pc:docMk/>
            <pc:sldMk cId="0" sldId="272"/>
            <ac:picMk id="5" creationId="{7F8E0621-11AB-2BB2-1C14-AC68E1838A54}"/>
          </ac:picMkLst>
        </pc:picChg>
      </pc:sldChg>
      <pc:sldChg chg="addSp modSp mod">
        <pc:chgData name="Aman Singh" userId="c39f84699bbd3083" providerId="LiveId" clId="{64D1BC97-36EF-4269-BB8A-7199E0F14C85}" dt="2026-09-25T08:28:24.061" v="220" actId="14100"/>
        <pc:sldMkLst>
          <pc:docMk/>
          <pc:sldMk cId="0" sldId="273"/>
        </pc:sldMkLst>
        <pc:spChg chg="add mod">
          <ac:chgData name="Aman Singh" userId="c39f84699bbd3083" providerId="LiveId" clId="{64D1BC97-36EF-4269-BB8A-7199E0F14C85}" dt="2026-09-25T08:28:15.191" v="217" actId="692"/>
          <ac:spMkLst>
            <pc:docMk/>
            <pc:sldMk cId="0" sldId="273"/>
            <ac:spMk id="5" creationId="{C2F35B10-4DB0-C133-F469-C8BFA1B74FEA}"/>
          </ac:spMkLst>
        </pc:spChg>
        <pc:spChg chg="mod">
          <ac:chgData name="Aman Singh" userId="c39f84699bbd3083" providerId="LiveId" clId="{64D1BC97-36EF-4269-BB8A-7199E0F14C85}" dt="2026-09-25T08:18:42.809" v="153" actId="1076"/>
          <ac:spMkLst>
            <pc:docMk/>
            <pc:sldMk cId="0" sldId="273"/>
            <ac:spMk id="203" creationId="{00000000-0000-0000-0000-000000000000}"/>
          </ac:spMkLst>
        </pc:spChg>
        <pc:spChg chg="mod">
          <ac:chgData name="Aman Singh" userId="c39f84699bbd3083" providerId="LiveId" clId="{64D1BC97-36EF-4269-BB8A-7199E0F14C85}" dt="2026-09-25T08:28:24.061" v="220" actId="14100"/>
          <ac:spMkLst>
            <pc:docMk/>
            <pc:sldMk cId="0" sldId="273"/>
            <ac:spMk id="204" creationId="{00000000-0000-0000-0000-000000000000}"/>
          </ac:spMkLst>
        </pc:spChg>
        <pc:picChg chg="add mod">
          <ac:chgData name="Aman Singh" userId="c39f84699bbd3083" providerId="LiveId" clId="{64D1BC97-36EF-4269-BB8A-7199E0F14C85}" dt="2026-09-25T08:28:03.397" v="212" actId="1076"/>
          <ac:picMkLst>
            <pc:docMk/>
            <pc:sldMk cId="0" sldId="273"/>
            <ac:picMk id="3" creationId="{D432D479-85B7-D1F9-CE31-BA1EBE109DCB}"/>
          </ac:picMkLst>
        </pc:picChg>
      </pc:sldChg>
      <pc:sldChg chg="modSp mod">
        <pc:chgData name="Aman Singh" userId="c39f84699bbd3083" providerId="LiveId" clId="{64D1BC97-36EF-4269-BB8A-7199E0F14C85}" dt="2026-09-25T08:29:03.831" v="225" actId="2710"/>
        <pc:sldMkLst>
          <pc:docMk/>
          <pc:sldMk cId="0" sldId="274"/>
        </pc:sldMkLst>
        <pc:spChg chg="mod">
          <ac:chgData name="Aman Singh" userId="c39f84699bbd3083" providerId="LiveId" clId="{64D1BC97-36EF-4269-BB8A-7199E0F14C85}" dt="2026-09-25T08:28:46.693" v="221" actId="1076"/>
          <ac:spMkLst>
            <pc:docMk/>
            <pc:sldMk cId="0" sldId="274"/>
            <ac:spMk id="209" creationId="{00000000-0000-0000-0000-000000000000}"/>
          </ac:spMkLst>
        </pc:spChg>
        <pc:spChg chg="mod">
          <ac:chgData name="Aman Singh" userId="c39f84699bbd3083" providerId="LiveId" clId="{64D1BC97-36EF-4269-BB8A-7199E0F14C85}" dt="2026-09-25T08:29:03.831" v="225" actId="2710"/>
          <ac:spMkLst>
            <pc:docMk/>
            <pc:sldMk cId="0" sldId="274"/>
            <ac:spMk id="210" creationId="{00000000-0000-0000-0000-000000000000}"/>
          </ac:spMkLst>
        </pc:spChg>
      </pc:sldChg>
      <pc:sldChg chg="addSp modSp mod modNotes">
        <pc:chgData name="Aman Singh" userId="c39f84699bbd3083" providerId="LiveId" clId="{64D1BC97-36EF-4269-BB8A-7199E0F14C85}" dt="2026-09-25T08:32:15.340" v="230" actId="692"/>
        <pc:sldMkLst>
          <pc:docMk/>
          <pc:sldMk cId="0" sldId="275"/>
        </pc:sldMkLst>
        <pc:spChg chg="add mod">
          <ac:chgData name="Aman Singh" userId="c39f84699bbd3083" providerId="LiveId" clId="{64D1BC97-36EF-4269-BB8A-7199E0F14C85}" dt="2026-09-25T08:31:42.746" v="226"/>
          <ac:spMkLst>
            <pc:docMk/>
            <pc:sldMk cId="0" sldId="275"/>
            <ac:spMk id="2" creationId="{E31BC454-EB5B-A54C-FAD5-9B256EA251B5}"/>
          </ac:spMkLst>
        </pc:spChg>
        <pc:spChg chg="mod">
          <ac:chgData name="Aman Singh" userId="c39f84699bbd3083" providerId="LiveId" clId="{64D1BC97-36EF-4269-BB8A-7199E0F14C85}" dt="2026-09-25T08:32:15.340" v="230" actId="692"/>
          <ac:spMkLst>
            <pc:docMk/>
            <pc:sldMk cId="0" sldId="275"/>
            <ac:spMk id="216" creationId="{00000000-0000-0000-0000-000000000000}"/>
          </ac:spMkLst>
        </pc:spChg>
      </pc:sldChg>
      <pc:sldChg chg="addSp modSp mod">
        <pc:chgData name="Aman Singh" userId="c39f84699bbd3083" providerId="LiveId" clId="{64D1BC97-36EF-4269-BB8A-7199E0F14C85}" dt="2026-09-25T08:46:32.449" v="336" actId="20577"/>
        <pc:sldMkLst>
          <pc:docMk/>
          <pc:sldMk cId="0" sldId="276"/>
        </pc:sldMkLst>
        <pc:spChg chg="add mod">
          <ac:chgData name="Aman Singh" userId="c39f84699bbd3083" providerId="LiveId" clId="{64D1BC97-36EF-4269-BB8A-7199E0F14C85}" dt="2026-09-25T08:40:15.780" v="286" actId="692"/>
          <ac:spMkLst>
            <pc:docMk/>
            <pc:sldMk cId="0" sldId="276"/>
            <ac:spMk id="5" creationId="{04F1821B-D182-07EE-A050-55EECAC0C8B0}"/>
          </ac:spMkLst>
        </pc:spChg>
        <pc:spChg chg="add mod">
          <ac:chgData name="Aman Singh" userId="c39f84699bbd3083" providerId="LiveId" clId="{64D1BC97-36EF-4269-BB8A-7199E0F14C85}" dt="2026-09-25T08:46:32.449" v="336" actId="20577"/>
          <ac:spMkLst>
            <pc:docMk/>
            <pc:sldMk cId="0" sldId="276"/>
            <ac:spMk id="9" creationId="{AE1BA756-951E-1EAD-7BB7-763FCEFA73E5}"/>
          </ac:spMkLst>
        </pc:spChg>
        <pc:spChg chg="mod">
          <ac:chgData name="Aman Singh" userId="c39f84699bbd3083" providerId="LiveId" clId="{64D1BC97-36EF-4269-BB8A-7199E0F14C85}" dt="2026-09-25T08:33:59.243" v="236" actId="1076"/>
          <ac:spMkLst>
            <pc:docMk/>
            <pc:sldMk cId="0" sldId="276"/>
            <ac:spMk id="221" creationId="{00000000-0000-0000-0000-000000000000}"/>
          </ac:spMkLst>
        </pc:spChg>
        <pc:picChg chg="add mod">
          <ac:chgData name="Aman Singh" userId="c39f84699bbd3083" providerId="LiveId" clId="{64D1BC97-36EF-4269-BB8A-7199E0F14C85}" dt="2026-09-25T08:41:03.192" v="287" actId="1076"/>
          <ac:picMkLst>
            <pc:docMk/>
            <pc:sldMk cId="0" sldId="276"/>
            <ac:picMk id="3" creationId="{F16C8816-1967-F974-5C87-A53A474ED2D5}"/>
          </ac:picMkLst>
        </pc:picChg>
        <pc:picChg chg="add mod">
          <ac:chgData name="Aman Singh" userId="c39f84699bbd3083" providerId="LiveId" clId="{64D1BC97-36EF-4269-BB8A-7199E0F14C85}" dt="2026-09-25T08:40:02.051" v="283" actId="1076"/>
          <ac:picMkLst>
            <pc:docMk/>
            <pc:sldMk cId="0" sldId="276"/>
            <ac:picMk id="7" creationId="{E3766E1C-E99F-9640-C866-316ACC09750F}"/>
          </ac:picMkLst>
        </pc:picChg>
      </pc:sldChg>
      <pc:sldChg chg="modSp mod">
        <pc:chgData name="Aman Singh" userId="c39f84699bbd3083" providerId="LiveId" clId="{64D1BC97-36EF-4269-BB8A-7199E0F14C85}" dt="2026-09-25T08:47:11.990" v="340" actId="123"/>
        <pc:sldMkLst>
          <pc:docMk/>
          <pc:sldMk cId="0" sldId="277"/>
        </pc:sldMkLst>
        <pc:spChg chg="mod">
          <ac:chgData name="Aman Singh" userId="c39f84699bbd3083" providerId="LiveId" clId="{64D1BC97-36EF-4269-BB8A-7199E0F14C85}" dt="2026-09-25T08:47:05.775" v="337" actId="1076"/>
          <ac:spMkLst>
            <pc:docMk/>
            <pc:sldMk cId="0" sldId="277"/>
            <ac:spMk id="226" creationId="{00000000-0000-0000-0000-000000000000}"/>
          </ac:spMkLst>
        </pc:spChg>
        <pc:spChg chg="mod">
          <ac:chgData name="Aman Singh" userId="c39f84699bbd3083" providerId="LiveId" clId="{64D1BC97-36EF-4269-BB8A-7199E0F14C85}" dt="2026-09-25T08:47:11.990" v="340" actId="123"/>
          <ac:spMkLst>
            <pc:docMk/>
            <pc:sldMk cId="0" sldId="277"/>
            <ac:spMk id="227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8:47:37.696" v="344" actId="14100"/>
        <pc:sldMkLst>
          <pc:docMk/>
          <pc:sldMk cId="0" sldId="278"/>
        </pc:sldMkLst>
        <pc:spChg chg="mod">
          <ac:chgData name="Aman Singh" userId="c39f84699bbd3083" providerId="LiveId" clId="{64D1BC97-36EF-4269-BB8A-7199E0F14C85}" dt="2026-09-25T08:47:30.895" v="341" actId="1076"/>
          <ac:spMkLst>
            <pc:docMk/>
            <pc:sldMk cId="0" sldId="278"/>
            <ac:spMk id="232" creationId="{00000000-0000-0000-0000-000000000000}"/>
          </ac:spMkLst>
        </pc:spChg>
        <pc:spChg chg="mod">
          <ac:chgData name="Aman Singh" userId="c39f84699bbd3083" providerId="LiveId" clId="{64D1BC97-36EF-4269-BB8A-7199E0F14C85}" dt="2026-09-25T08:47:37.696" v="344" actId="14100"/>
          <ac:spMkLst>
            <pc:docMk/>
            <pc:sldMk cId="0" sldId="278"/>
            <ac:spMk id="233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8:48:13.139" v="350" actId="113"/>
        <pc:sldMkLst>
          <pc:docMk/>
          <pc:sldMk cId="0" sldId="279"/>
        </pc:sldMkLst>
        <pc:spChg chg="mod">
          <ac:chgData name="Aman Singh" userId="c39f84699bbd3083" providerId="LiveId" clId="{64D1BC97-36EF-4269-BB8A-7199E0F14C85}" dt="2026-09-25T08:47:54.276" v="345" actId="1076"/>
          <ac:spMkLst>
            <pc:docMk/>
            <pc:sldMk cId="0" sldId="279"/>
            <ac:spMk id="238" creationId="{00000000-0000-0000-0000-000000000000}"/>
          </ac:spMkLst>
        </pc:spChg>
        <pc:spChg chg="mod">
          <ac:chgData name="Aman Singh" userId="c39f84699bbd3083" providerId="LiveId" clId="{64D1BC97-36EF-4269-BB8A-7199E0F14C85}" dt="2026-09-25T08:48:13.139" v="350" actId="113"/>
          <ac:spMkLst>
            <pc:docMk/>
            <pc:sldMk cId="0" sldId="279"/>
            <ac:spMk id="239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8:52:48.100" v="410" actId="692"/>
        <pc:sldMkLst>
          <pc:docMk/>
          <pc:sldMk cId="0" sldId="280"/>
        </pc:sldMkLst>
        <pc:picChg chg="mod">
          <ac:chgData name="Aman Singh" userId="c39f84699bbd3083" providerId="LiveId" clId="{64D1BC97-36EF-4269-BB8A-7199E0F14C85}" dt="2026-09-25T08:52:48.100" v="410" actId="692"/>
          <ac:picMkLst>
            <pc:docMk/>
            <pc:sldMk cId="0" sldId="280"/>
            <ac:picMk id="244" creationId="{00000000-0000-0000-0000-000000000000}"/>
          </ac:picMkLst>
        </pc:picChg>
      </pc:sldChg>
      <pc:sldChg chg="delSp modSp mod">
        <pc:chgData name="Aman Singh" userId="c39f84699bbd3083" providerId="LiveId" clId="{64D1BC97-36EF-4269-BB8A-7199E0F14C85}" dt="2026-09-25T08:52:05.739" v="402" actId="1076"/>
        <pc:sldMkLst>
          <pc:docMk/>
          <pc:sldMk cId="0" sldId="281"/>
        </pc:sldMkLst>
        <pc:spChg chg="mod">
          <ac:chgData name="Aman Singh" userId="c39f84699bbd3083" providerId="LiveId" clId="{64D1BC97-36EF-4269-BB8A-7199E0F14C85}" dt="2026-09-25T08:48:52.750" v="351" actId="1076"/>
          <ac:spMkLst>
            <pc:docMk/>
            <pc:sldMk cId="0" sldId="281"/>
            <ac:spMk id="249" creationId="{00000000-0000-0000-0000-000000000000}"/>
          </ac:spMkLst>
        </pc:spChg>
        <pc:spChg chg="mod">
          <ac:chgData name="Aman Singh" userId="c39f84699bbd3083" providerId="LiveId" clId="{64D1BC97-36EF-4269-BB8A-7199E0F14C85}" dt="2026-09-25T08:51:36.618" v="396" actId="14100"/>
          <ac:spMkLst>
            <pc:docMk/>
            <pc:sldMk cId="0" sldId="281"/>
            <ac:spMk id="250" creationId="{00000000-0000-0000-0000-000000000000}"/>
          </ac:spMkLst>
        </pc:spChg>
        <pc:spChg chg="mod">
          <ac:chgData name="Aman Singh" userId="c39f84699bbd3083" providerId="LiveId" clId="{64D1BC97-36EF-4269-BB8A-7199E0F14C85}" dt="2026-09-25T08:52:05.739" v="402" actId="1076"/>
          <ac:spMkLst>
            <pc:docMk/>
            <pc:sldMk cId="0" sldId="281"/>
            <ac:spMk id="251" creationId="{00000000-0000-0000-0000-000000000000}"/>
          </ac:spMkLst>
        </pc:spChg>
        <pc:spChg chg="del mod">
          <ac:chgData name="Aman Singh" userId="c39f84699bbd3083" providerId="LiveId" clId="{64D1BC97-36EF-4269-BB8A-7199E0F14C85}" dt="2026-09-25T08:51:02.622" v="381" actId="478"/>
          <ac:spMkLst>
            <pc:docMk/>
            <pc:sldMk cId="0" sldId="281"/>
            <ac:spMk id="252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8:52:42.686" v="409" actId="692"/>
        <pc:sldMkLst>
          <pc:docMk/>
          <pc:sldMk cId="0" sldId="282"/>
        </pc:sldMkLst>
        <pc:spChg chg="mod">
          <ac:chgData name="Aman Singh" userId="c39f84699bbd3083" providerId="LiveId" clId="{64D1BC97-36EF-4269-BB8A-7199E0F14C85}" dt="2026-09-25T08:52:15.111" v="403" actId="1076"/>
          <ac:spMkLst>
            <pc:docMk/>
            <pc:sldMk cId="0" sldId="282"/>
            <ac:spMk id="257" creationId="{00000000-0000-0000-0000-000000000000}"/>
          </ac:spMkLst>
        </pc:spChg>
        <pc:picChg chg="mod">
          <ac:chgData name="Aman Singh" userId="c39f84699bbd3083" providerId="LiveId" clId="{64D1BC97-36EF-4269-BB8A-7199E0F14C85}" dt="2026-09-25T08:52:42.686" v="409" actId="692"/>
          <ac:picMkLst>
            <pc:docMk/>
            <pc:sldMk cId="0" sldId="282"/>
            <ac:picMk id="258" creationId="{00000000-0000-0000-0000-000000000000}"/>
          </ac:picMkLst>
        </pc:picChg>
      </pc:sldChg>
      <pc:sldChg chg="modSp mod">
        <pc:chgData name="Aman Singh" userId="c39f84699bbd3083" providerId="LiveId" clId="{64D1BC97-36EF-4269-BB8A-7199E0F14C85}" dt="2026-09-25T08:52:38.605" v="408" actId="692"/>
        <pc:sldMkLst>
          <pc:docMk/>
          <pc:sldMk cId="0" sldId="283"/>
        </pc:sldMkLst>
        <pc:spChg chg="mod">
          <ac:chgData name="Aman Singh" userId="c39f84699bbd3083" providerId="LiveId" clId="{64D1BC97-36EF-4269-BB8A-7199E0F14C85}" dt="2026-09-25T08:52:36.348" v="406" actId="1076"/>
          <ac:spMkLst>
            <pc:docMk/>
            <pc:sldMk cId="0" sldId="283"/>
            <ac:spMk id="263" creationId="{00000000-0000-0000-0000-000000000000}"/>
          </ac:spMkLst>
        </pc:spChg>
        <pc:picChg chg="mod">
          <ac:chgData name="Aman Singh" userId="c39f84699bbd3083" providerId="LiveId" clId="{64D1BC97-36EF-4269-BB8A-7199E0F14C85}" dt="2026-09-25T08:52:38.605" v="408" actId="692"/>
          <ac:picMkLst>
            <pc:docMk/>
            <pc:sldMk cId="0" sldId="283"/>
            <ac:picMk id="264" creationId="{00000000-0000-0000-0000-000000000000}"/>
          </ac:picMkLst>
        </pc:picChg>
      </pc:sldChg>
      <pc:sldChg chg="modSp mod">
        <pc:chgData name="Aman Singh" userId="c39f84699bbd3083" providerId="LiveId" clId="{64D1BC97-36EF-4269-BB8A-7199E0F14C85}" dt="2026-09-25T08:53:12.877" v="416" actId="1076"/>
        <pc:sldMkLst>
          <pc:docMk/>
          <pc:sldMk cId="0" sldId="284"/>
        </pc:sldMkLst>
        <pc:spChg chg="mod">
          <ac:chgData name="Aman Singh" userId="c39f84699bbd3083" providerId="LiveId" clId="{64D1BC97-36EF-4269-BB8A-7199E0F14C85}" dt="2026-09-25T08:53:02.068" v="411" actId="1076"/>
          <ac:spMkLst>
            <pc:docMk/>
            <pc:sldMk cId="0" sldId="284"/>
            <ac:spMk id="269" creationId="{00000000-0000-0000-0000-000000000000}"/>
          </ac:spMkLst>
        </pc:spChg>
        <pc:spChg chg="mod">
          <ac:chgData name="Aman Singh" userId="c39f84699bbd3083" providerId="LiveId" clId="{64D1BC97-36EF-4269-BB8A-7199E0F14C85}" dt="2026-09-25T08:53:12.877" v="416" actId="1076"/>
          <ac:spMkLst>
            <pc:docMk/>
            <pc:sldMk cId="0" sldId="284"/>
            <ac:spMk id="270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8:53:39.503" v="426" actId="20577"/>
        <pc:sldMkLst>
          <pc:docMk/>
          <pc:sldMk cId="0" sldId="285"/>
        </pc:sldMkLst>
        <pc:spChg chg="mod">
          <ac:chgData name="Aman Singh" userId="c39f84699bbd3083" providerId="LiveId" clId="{64D1BC97-36EF-4269-BB8A-7199E0F14C85}" dt="2026-09-25T08:53:39.503" v="426" actId="20577"/>
          <ac:spMkLst>
            <pc:docMk/>
            <pc:sldMk cId="0" sldId="285"/>
            <ac:spMk id="275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8:53:53.678" v="428" actId="14100"/>
        <pc:sldMkLst>
          <pc:docMk/>
          <pc:sldMk cId="0" sldId="286"/>
        </pc:sldMkLst>
        <pc:spChg chg="mod">
          <ac:chgData name="Aman Singh" userId="c39f84699bbd3083" providerId="LiveId" clId="{64D1BC97-36EF-4269-BB8A-7199E0F14C85}" dt="2026-09-25T08:53:53.678" v="428" actId="14100"/>
          <ac:spMkLst>
            <pc:docMk/>
            <pc:sldMk cId="0" sldId="286"/>
            <ac:spMk id="282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8:54:50.302" v="444" actId="692"/>
        <pc:sldMkLst>
          <pc:docMk/>
          <pc:sldMk cId="0" sldId="287"/>
        </pc:sldMkLst>
        <pc:spChg chg="mod">
          <ac:chgData name="Aman Singh" userId="c39f84699bbd3083" providerId="LiveId" clId="{64D1BC97-36EF-4269-BB8A-7199E0F14C85}" dt="2026-09-25T08:54:24.251" v="429" actId="1076"/>
          <ac:spMkLst>
            <pc:docMk/>
            <pc:sldMk cId="0" sldId="287"/>
            <ac:spMk id="287" creationId="{00000000-0000-0000-0000-000000000000}"/>
          </ac:spMkLst>
        </pc:spChg>
        <pc:spChg chg="mod">
          <ac:chgData name="Aman Singh" userId="c39f84699bbd3083" providerId="LiveId" clId="{64D1BC97-36EF-4269-BB8A-7199E0F14C85}" dt="2026-09-25T08:54:50.302" v="444" actId="692"/>
          <ac:spMkLst>
            <pc:docMk/>
            <pc:sldMk cId="0" sldId="287"/>
            <ac:spMk id="288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9:01:24.242" v="452" actId="3064"/>
        <pc:sldMkLst>
          <pc:docMk/>
          <pc:sldMk cId="0" sldId="288"/>
        </pc:sldMkLst>
        <pc:spChg chg="mod">
          <ac:chgData name="Aman Singh" userId="c39f84699bbd3083" providerId="LiveId" clId="{64D1BC97-36EF-4269-BB8A-7199E0F14C85}" dt="2026-09-25T08:55:02.726" v="445" actId="1076"/>
          <ac:spMkLst>
            <pc:docMk/>
            <pc:sldMk cId="0" sldId="288"/>
            <ac:spMk id="293" creationId="{00000000-0000-0000-0000-000000000000}"/>
          </ac:spMkLst>
        </pc:spChg>
        <pc:spChg chg="mod">
          <ac:chgData name="Aman Singh" userId="c39f84699bbd3083" providerId="LiveId" clId="{64D1BC97-36EF-4269-BB8A-7199E0F14C85}" dt="2026-09-25T09:01:24.242" v="452" actId="3064"/>
          <ac:spMkLst>
            <pc:docMk/>
            <pc:sldMk cId="0" sldId="288"/>
            <ac:spMk id="294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09:03:30.735" v="496" actId="20577"/>
        <pc:sldMkLst>
          <pc:docMk/>
          <pc:sldMk cId="0" sldId="289"/>
        </pc:sldMkLst>
        <pc:spChg chg="mod">
          <ac:chgData name="Aman Singh" userId="c39f84699bbd3083" providerId="LiveId" clId="{64D1BC97-36EF-4269-BB8A-7199E0F14C85}" dt="2026-09-25T09:03:30.735" v="496" actId="20577"/>
          <ac:spMkLst>
            <pc:docMk/>
            <pc:sldMk cId="0" sldId="289"/>
            <ac:spMk id="299" creationId="{00000000-0000-0000-0000-000000000000}"/>
          </ac:spMkLst>
        </pc:spChg>
        <pc:spChg chg="mod">
          <ac:chgData name="Aman Singh" userId="c39f84699bbd3083" providerId="LiveId" clId="{64D1BC97-36EF-4269-BB8A-7199E0F14C85}" dt="2026-09-25T09:01:50.923" v="457" actId="14100"/>
          <ac:spMkLst>
            <pc:docMk/>
            <pc:sldMk cId="0" sldId="289"/>
            <ac:spMk id="300" creationId="{00000000-0000-0000-0000-000000000000}"/>
          </ac:spMkLst>
        </pc:spChg>
        <pc:graphicFrameChg chg="mod">
          <ac:chgData name="Aman Singh" userId="c39f84699bbd3083" providerId="LiveId" clId="{64D1BC97-36EF-4269-BB8A-7199E0F14C85}" dt="2026-09-25T09:01:56.083" v="458" actId="1076"/>
          <ac:graphicFrameMkLst>
            <pc:docMk/>
            <pc:sldMk cId="0" sldId="289"/>
            <ac:graphicFrameMk id="301" creationId="{00000000-0000-0000-0000-000000000000}"/>
          </ac:graphicFrameMkLst>
        </pc:graphicFrameChg>
      </pc:sldChg>
      <pc:sldChg chg="addSp modSp mod">
        <pc:chgData name="Aman Singh" userId="c39f84699bbd3083" providerId="LiveId" clId="{64D1BC97-36EF-4269-BB8A-7199E0F14C85}" dt="2026-09-25T10:09:05.448" v="558" actId="6549"/>
        <pc:sldMkLst>
          <pc:docMk/>
          <pc:sldMk cId="0" sldId="290"/>
        </pc:sldMkLst>
        <pc:spChg chg="mod">
          <ac:chgData name="Aman Singh" userId="c39f84699bbd3083" providerId="LiveId" clId="{64D1BC97-36EF-4269-BB8A-7199E0F14C85}" dt="2026-09-25T10:08:57.482" v="542" actId="20577"/>
          <ac:spMkLst>
            <pc:docMk/>
            <pc:sldMk cId="0" sldId="290"/>
            <ac:spMk id="306" creationId="{00000000-0000-0000-0000-000000000000}"/>
          </ac:spMkLst>
        </pc:spChg>
        <pc:spChg chg="mod">
          <ac:chgData name="Aman Singh" userId="c39f84699bbd3083" providerId="LiveId" clId="{64D1BC97-36EF-4269-BB8A-7199E0F14C85}" dt="2026-09-25T10:09:00.877" v="550" actId="6549"/>
          <ac:spMkLst>
            <pc:docMk/>
            <pc:sldMk cId="0" sldId="290"/>
            <ac:spMk id="307" creationId="{00000000-0000-0000-0000-000000000000}"/>
          </ac:spMkLst>
        </pc:spChg>
        <pc:spChg chg="add mod">
          <ac:chgData name="Aman Singh" userId="c39f84699bbd3083" providerId="LiveId" clId="{64D1BC97-36EF-4269-BB8A-7199E0F14C85}" dt="2026-09-25T10:09:05.448" v="558" actId="6549"/>
          <ac:spMkLst>
            <pc:docMk/>
            <pc:sldMk cId="0" sldId="290"/>
            <ac:spMk id="313" creationId="{00000000-0000-0000-0000-000000000000}"/>
          </ac:spMkLst>
        </pc:spChg>
      </pc:sldChg>
      <pc:sldChg chg="addSp delSp modSp del mod">
        <pc:chgData name="Aman Singh" userId="c39f84699bbd3083" providerId="LiveId" clId="{64D1BC97-36EF-4269-BB8A-7199E0F14C85}" dt="2026-09-25T09:03:47.565" v="499" actId="47"/>
        <pc:sldMkLst>
          <pc:docMk/>
          <pc:sldMk cId="0" sldId="291"/>
        </pc:sldMkLst>
        <pc:spChg chg="add mod">
          <ac:chgData name="Aman Singh" userId="c39f84699bbd3083" providerId="LiveId" clId="{64D1BC97-36EF-4269-BB8A-7199E0F14C85}" dt="2026-09-25T09:02:50.519" v="472" actId="21"/>
          <ac:spMkLst>
            <pc:docMk/>
            <pc:sldMk cId="0" sldId="291"/>
            <ac:spMk id="3" creationId="{3E62F543-AE03-479A-B516-97700DF14DCC}"/>
          </ac:spMkLst>
        </pc:spChg>
        <pc:spChg chg="del">
          <ac:chgData name="Aman Singh" userId="c39f84699bbd3083" providerId="LiveId" clId="{64D1BC97-36EF-4269-BB8A-7199E0F14C85}" dt="2026-09-25T09:02:50.519" v="472" actId="21"/>
          <ac:spMkLst>
            <pc:docMk/>
            <pc:sldMk cId="0" sldId="291"/>
            <ac:spMk id="313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10:09:47.657" v="565" actId="692"/>
        <pc:sldMkLst>
          <pc:docMk/>
          <pc:sldMk cId="0" sldId="292"/>
        </pc:sldMkLst>
        <pc:spChg chg="mod">
          <ac:chgData name="Aman Singh" userId="c39f84699bbd3083" providerId="LiveId" clId="{64D1BC97-36EF-4269-BB8A-7199E0F14C85}" dt="2026-09-25T10:09:30.344" v="561" actId="1076"/>
          <ac:spMkLst>
            <pc:docMk/>
            <pc:sldMk cId="0" sldId="292"/>
            <ac:spMk id="318" creationId="{00000000-0000-0000-0000-000000000000}"/>
          </ac:spMkLst>
        </pc:spChg>
        <pc:spChg chg="mod">
          <ac:chgData name="Aman Singh" userId="c39f84699bbd3083" providerId="LiveId" clId="{64D1BC97-36EF-4269-BB8A-7199E0F14C85}" dt="2026-09-25T10:09:47.657" v="565" actId="692"/>
          <ac:spMkLst>
            <pc:docMk/>
            <pc:sldMk cId="0" sldId="292"/>
            <ac:spMk id="319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10:10:05.989" v="570" actId="692"/>
        <pc:sldMkLst>
          <pc:docMk/>
          <pc:sldMk cId="0" sldId="293"/>
        </pc:sldMkLst>
        <pc:spChg chg="mod">
          <ac:chgData name="Aman Singh" userId="c39f84699bbd3083" providerId="LiveId" clId="{64D1BC97-36EF-4269-BB8A-7199E0F14C85}" dt="2026-09-25T10:09:56.585" v="568" actId="20577"/>
          <ac:spMkLst>
            <pc:docMk/>
            <pc:sldMk cId="0" sldId="293"/>
            <ac:spMk id="324" creationId="{00000000-0000-0000-0000-000000000000}"/>
          </ac:spMkLst>
        </pc:spChg>
        <pc:spChg chg="mod">
          <ac:chgData name="Aman Singh" userId="c39f84699bbd3083" providerId="LiveId" clId="{64D1BC97-36EF-4269-BB8A-7199E0F14C85}" dt="2026-09-25T10:10:05.989" v="570" actId="692"/>
          <ac:spMkLst>
            <pc:docMk/>
            <pc:sldMk cId="0" sldId="293"/>
            <ac:spMk id="325" creationId="{00000000-0000-0000-0000-000000000000}"/>
          </ac:spMkLst>
        </pc:spChg>
      </pc:sldChg>
      <pc:sldChg chg="addSp delSp modSp mod">
        <pc:chgData name="Aman Singh" userId="c39f84699bbd3083" providerId="LiveId" clId="{64D1BC97-36EF-4269-BB8A-7199E0F14C85}" dt="2026-09-25T10:11:20.582" v="589" actId="14100"/>
        <pc:sldMkLst>
          <pc:docMk/>
          <pc:sldMk cId="0" sldId="294"/>
        </pc:sldMkLst>
        <pc:spChg chg="mod">
          <ac:chgData name="Aman Singh" userId="c39f84699bbd3083" providerId="LiveId" clId="{64D1BC97-36EF-4269-BB8A-7199E0F14C85}" dt="2026-09-25T10:10:37.347" v="576" actId="1076"/>
          <ac:spMkLst>
            <pc:docMk/>
            <pc:sldMk cId="0" sldId="294"/>
            <ac:spMk id="330" creationId="{00000000-0000-0000-0000-000000000000}"/>
          </ac:spMkLst>
        </pc:spChg>
        <pc:spChg chg="mod">
          <ac:chgData name="Aman Singh" userId="c39f84699bbd3083" providerId="LiveId" clId="{64D1BC97-36EF-4269-BB8A-7199E0F14C85}" dt="2026-09-25T10:11:08.345" v="587" actId="6549"/>
          <ac:spMkLst>
            <pc:docMk/>
            <pc:sldMk cId="0" sldId="294"/>
            <ac:spMk id="331" creationId="{00000000-0000-0000-0000-000000000000}"/>
          </ac:spMkLst>
        </pc:spChg>
        <pc:spChg chg="add del mod">
          <ac:chgData name="Aman Singh" userId="c39f84699bbd3083" providerId="LiveId" clId="{64D1BC97-36EF-4269-BB8A-7199E0F14C85}" dt="2026-09-25T10:10:48.600" v="580" actId="478"/>
          <ac:spMkLst>
            <pc:docMk/>
            <pc:sldMk cId="0" sldId="294"/>
            <ac:spMk id="337" creationId="{00000000-0000-0000-0000-000000000000}"/>
          </ac:spMkLst>
        </pc:spChg>
        <pc:spChg chg="add mod">
          <ac:chgData name="Aman Singh" userId="c39f84699bbd3083" providerId="LiveId" clId="{64D1BC97-36EF-4269-BB8A-7199E0F14C85}" dt="2026-09-25T10:11:20.582" v="589" actId="14100"/>
          <ac:spMkLst>
            <pc:docMk/>
            <pc:sldMk cId="0" sldId="294"/>
            <ac:spMk id="343" creationId="{00000000-0000-0000-0000-000000000000}"/>
          </ac:spMkLst>
        </pc:spChg>
      </pc:sldChg>
      <pc:sldChg chg="addSp delSp modSp del mod modNotes">
        <pc:chgData name="Aman Singh" userId="c39f84699bbd3083" providerId="LiveId" clId="{64D1BC97-36EF-4269-BB8A-7199E0F14C85}" dt="2026-09-25T10:08:32.441" v="539" actId="47"/>
        <pc:sldMkLst>
          <pc:docMk/>
          <pc:sldMk cId="0" sldId="295"/>
        </pc:sldMkLst>
        <pc:spChg chg="add mod">
          <ac:chgData name="Aman Singh" userId="c39f84699bbd3083" providerId="LiveId" clId="{64D1BC97-36EF-4269-BB8A-7199E0F14C85}" dt="2026-09-25T10:07:57.419" v="517" actId="21"/>
          <ac:spMkLst>
            <pc:docMk/>
            <pc:sldMk cId="0" sldId="295"/>
            <ac:spMk id="3" creationId="{BB45DB3E-5C0E-8A11-C2A4-14DAE93E48AE}"/>
          </ac:spMkLst>
        </pc:spChg>
        <pc:spChg chg="mod">
          <ac:chgData name="Aman Singh" userId="c39f84699bbd3083" providerId="LiveId" clId="{64D1BC97-36EF-4269-BB8A-7199E0F14C85}" dt="2026-09-25T10:07:31.852" v="512"/>
          <ac:spMkLst>
            <pc:docMk/>
            <pc:sldMk cId="0" sldId="295"/>
            <ac:spMk id="336" creationId="{00000000-0000-0000-0000-000000000000}"/>
          </ac:spMkLst>
        </pc:spChg>
        <pc:spChg chg="del mod">
          <ac:chgData name="Aman Singh" userId="c39f84699bbd3083" providerId="LiveId" clId="{64D1BC97-36EF-4269-BB8A-7199E0F14C85}" dt="2026-09-25T10:07:57.419" v="517" actId="21"/>
          <ac:spMkLst>
            <pc:docMk/>
            <pc:sldMk cId="0" sldId="295"/>
            <ac:spMk id="337" creationId="{00000000-0000-0000-0000-000000000000}"/>
          </ac:spMkLst>
        </pc:spChg>
      </pc:sldChg>
      <pc:sldChg chg="addSp delSp modSp del mod">
        <pc:chgData name="Aman Singh" userId="c39f84699bbd3083" providerId="LiveId" clId="{64D1BC97-36EF-4269-BB8A-7199E0F14C85}" dt="2026-09-25T10:11:28.763" v="590" actId="47"/>
        <pc:sldMkLst>
          <pc:docMk/>
          <pc:sldMk cId="0" sldId="296"/>
        </pc:sldMkLst>
        <pc:spChg chg="add mod">
          <ac:chgData name="Aman Singh" userId="c39f84699bbd3083" providerId="LiveId" clId="{64D1BC97-36EF-4269-BB8A-7199E0F14C85}" dt="2026-09-25T10:10:18.689" v="572" actId="21"/>
          <ac:spMkLst>
            <pc:docMk/>
            <pc:sldMk cId="0" sldId="296"/>
            <ac:spMk id="3" creationId="{6E729410-DEE6-1034-4591-724FF06C5DA7}"/>
          </ac:spMkLst>
        </pc:spChg>
        <pc:spChg chg="mod">
          <ac:chgData name="Aman Singh" userId="c39f84699bbd3083" providerId="LiveId" clId="{64D1BC97-36EF-4269-BB8A-7199E0F14C85}" dt="2026-09-25T10:07:36.141" v="513"/>
          <ac:spMkLst>
            <pc:docMk/>
            <pc:sldMk cId="0" sldId="296"/>
            <ac:spMk id="342" creationId="{00000000-0000-0000-0000-000000000000}"/>
          </ac:spMkLst>
        </pc:spChg>
        <pc:spChg chg="del mod">
          <ac:chgData name="Aman Singh" userId="c39f84699bbd3083" providerId="LiveId" clId="{64D1BC97-36EF-4269-BB8A-7199E0F14C85}" dt="2026-09-25T10:10:18.689" v="572" actId="21"/>
          <ac:spMkLst>
            <pc:docMk/>
            <pc:sldMk cId="0" sldId="296"/>
            <ac:spMk id="343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10:11:35.149" v="592" actId="692"/>
        <pc:sldMkLst>
          <pc:docMk/>
          <pc:sldMk cId="0" sldId="297"/>
        </pc:sldMkLst>
        <pc:spChg chg="mod">
          <ac:chgData name="Aman Singh" userId="c39f84699bbd3083" providerId="LiveId" clId="{64D1BC97-36EF-4269-BB8A-7199E0F14C85}" dt="2026-09-25T10:11:35.149" v="592" actId="692"/>
          <ac:spMkLst>
            <pc:docMk/>
            <pc:sldMk cId="0" sldId="297"/>
            <ac:spMk id="349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10:12:02.128" v="595" actId="692"/>
        <pc:sldMkLst>
          <pc:docMk/>
          <pc:sldMk cId="0" sldId="298"/>
        </pc:sldMkLst>
        <pc:spChg chg="mod">
          <ac:chgData name="Aman Singh" userId="c39f84699bbd3083" providerId="LiveId" clId="{64D1BC97-36EF-4269-BB8A-7199E0F14C85}" dt="2026-09-25T10:12:02.128" v="595" actId="692"/>
          <ac:spMkLst>
            <pc:docMk/>
            <pc:sldMk cId="0" sldId="298"/>
            <ac:spMk id="355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10:12:37.868" v="608" actId="1076"/>
        <pc:sldMkLst>
          <pc:docMk/>
          <pc:sldMk cId="0" sldId="299"/>
        </pc:sldMkLst>
        <pc:spChg chg="mod">
          <ac:chgData name="Aman Singh" userId="c39f84699bbd3083" providerId="LiveId" clId="{64D1BC97-36EF-4269-BB8A-7199E0F14C85}" dt="2026-09-25T10:12:25.891" v="604" actId="692"/>
          <ac:spMkLst>
            <pc:docMk/>
            <pc:sldMk cId="0" sldId="299"/>
            <ac:spMk id="360" creationId="{00000000-0000-0000-0000-000000000000}"/>
          </ac:spMkLst>
        </pc:spChg>
        <pc:graphicFrameChg chg="mod modGraphic">
          <ac:chgData name="Aman Singh" userId="c39f84699bbd3083" providerId="LiveId" clId="{64D1BC97-36EF-4269-BB8A-7199E0F14C85}" dt="2026-09-25T10:12:37.868" v="608" actId="1076"/>
          <ac:graphicFrameMkLst>
            <pc:docMk/>
            <pc:sldMk cId="0" sldId="299"/>
            <ac:graphicFrameMk id="361" creationId="{00000000-0000-0000-0000-000000000000}"/>
          </ac:graphicFrameMkLst>
        </pc:graphicFrameChg>
      </pc:sldChg>
      <pc:sldChg chg="modSp mod">
        <pc:chgData name="Aman Singh" userId="c39f84699bbd3083" providerId="LiveId" clId="{64D1BC97-36EF-4269-BB8A-7199E0F14C85}" dt="2026-09-25T10:12:57.629" v="611" actId="207"/>
        <pc:sldMkLst>
          <pc:docMk/>
          <pc:sldMk cId="0" sldId="300"/>
        </pc:sldMkLst>
        <pc:spChg chg="mod">
          <ac:chgData name="Aman Singh" userId="c39f84699bbd3083" providerId="LiveId" clId="{64D1BC97-36EF-4269-BB8A-7199E0F14C85}" dt="2026-09-25T10:12:57.629" v="611" actId="207"/>
          <ac:spMkLst>
            <pc:docMk/>
            <pc:sldMk cId="0" sldId="300"/>
            <ac:spMk id="366" creationId="{00000000-0000-0000-0000-000000000000}"/>
          </ac:spMkLst>
        </pc:spChg>
      </pc:sldChg>
      <pc:sldChg chg="modSp del mod">
        <pc:chgData name="Aman Singh" userId="c39f84699bbd3083" providerId="LiveId" clId="{64D1BC97-36EF-4269-BB8A-7199E0F14C85}" dt="2026-09-25T10:13:12.062" v="613" actId="47"/>
        <pc:sldMkLst>
          <pc:docMk/>
          <pc:sldMk cId="0" sldId="301"/>
        </pc:sldMkLst>
        <pc:spChg chg="mod">
          <ac:chgData name="Aman Singh" userId="c39f84699bbd3083" providerId="LiveId" clId="{64D1BC97-36EF-4269-BB8A-7199E0F14C85}" dt="2026-09-25T10:13:02.476" v="612" actId="6549"/>
          <ac:spMkLst>
            <pc:docMk/>
            <pc:sldMk cId="0" sldId="301"/>
            <ac:spMk id="371" creationId="{00000000-0000-0000-0000-000000000000}"/>
          </ac:spMkLst>
        </pc:spChg>
      </pc:sldChg>
      <pc:sldChg chg="modSp mod">
        <pc:chgData name="Aman Singh" userId="c39f84699bbd3083" providerId="LiveId" clId="{64D1BC97-36EF-4269-BB8A-7199E0F14C85}" dt="2026-09-25T10:13:27.574" v="618" actId="692"/>
        <pc:sldMkLst>
          <pc:docMk/>
          <pc:sldMk cId="0" sldId="302"/>
        </pc:sldMkLst>
        <pc:spChg chg="mod">
          <ac:chgData name="Aman Singh" userId="c39f84699bbd3083" providerId="LiveId" clId="{64D1BC97-36EF-4269-BB8A-7199E0F14C85}" dt="2026-09-25T10:13:27.574" v="618" actId="692"/>
          <ac:spMkLst>
            <pc:docMk/>
            <pc:sldMk cId="0" sldId="302"/>
            <ac:spMk id="37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978af23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978af23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8af232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978af232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8af232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978af232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978af232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978af232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382342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6382342e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382342e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6382342e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382342e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6382342e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6382342e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6382342e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382342e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6382342e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4d23b00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64d23b00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4d23b00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64d23b00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4d23b00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64d23b00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4d23b00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64d23b00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4d23b00a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64d23b00a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4d23b00a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64d23b00a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4d23b00a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64d23b00a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64d23b00a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64d23b00a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64d23b00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64d23b00a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ab27080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ab27080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ab270808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ab270808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64d23b00a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64d23b00a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64d23b00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64d23b00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64d23b00a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64d23b00a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64d23b00a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64d23b00a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64d23b00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64d23b00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9890473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9890473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98904736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98904736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986650d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986650d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986650dc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986650dc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986650dc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986650dc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986650dc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986650dc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986650dc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986650dc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986650dc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986650dc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66dba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66dba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66dba156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f66dba156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66dba156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66dba156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66dba156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66dba156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66dba156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66dba156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ad32d9f1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fad32d9f1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ad32d9f1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ad32d9f1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ad32d9f1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ad32d9f1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ad32d9f1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fad32d9f1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625" y="648075"/>
            <a:ext cx="55779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latin typeface="Times New Roman"/>
                <a:ea typeface="Times New Roman"/>
                <a:cs typeface="Times New Roman"/>
                <a:sym typeface="Times New Roman"/>
              </a:rPr>
              <a:t>Why Do We Need Normal Distribution?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5" y="1330000"/>
            <a:ext cx="3842400" cy="3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real-life phenomena follow a common pattern: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Heights of adults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IQ scores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examination marks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performance ratings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observations are concentrated around the average.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few observations are extremely high or extremely low.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100366" y="1329996"/>
            <a:ext cx="3842400" cy="3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pattern forms a </a:t>
            </a: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Distribution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also known as the </a:t>
            </a: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Bell-Shaped Curve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it Important?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understand data distribution.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Forms the foundation of Inferential Statistics.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hypothesis testing, confidence intervals, regression, and machine learning.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prediction and decision-making using probability.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subTitle" idx="1"/>
          </p:nvPr>
        </p:nvSpPr>
        <p:spPr>
          <a:xfrm>
            <a:off x="5335250" y="1355788"/>
            <a:ext cx="3729300" cy="29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Distribution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continuous probability distribution in which the data is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symmetrically distributed around the mean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Most observations cluster near the center, while the probability of observations decreases as they move away from the mean.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Normal Distribution is also known as the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Gaussian Distribution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Bell Curve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00" y="1113575"/>
            <a:ext cx="5295151" cy="344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ctrTitle"/>
          </p:nvPr>
        </p:nvSpPr>
        <p:spPr>
          <a:xfrm>
            <a:off x="729625" y="648075"/>
            <a:ext cx="55779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latin typeface="Times New Roman"/>
                <a:ea typeface="Times New Roman"/>
                <a:cs typeface="Times New Roman"/>
                <a:sym typeface="Times New Roman"/>
              </a:rPr>
              <a:t>Characteristics of Normal Distribution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subTitle" idx="1"/>
          </p:nvPr>
        </p:nvSpPr>
        <p:spPr>
          <a:xfrm>
            <a:off x="234450" y="1846825"/>
            <a:ext cx="4337700" cy="32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Bell-shaped and symmetric.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= Median = Mode.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highest point of the curve is at the mean.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area under the curve equals </a:t>
            </a: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(100%)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curve extends indefinitely in both directions but never touches the X-axis.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 area lies on both sides of the mean.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subTitle" idx="1"/>
          </p:nvPr>
        </p:nvSpPr>
        <p:spPr>
          <a:xfrm>
            <a:off x="4801050" y="1846825"/>
            <a:ext cx="4014900" cy="32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Completely defined by two parameters: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AutoNum type="alphaLcPeriod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(μ)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AutoNum type="alphaLcPeriod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 (σ)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Empirical Rule (68–95–99.7 Rule)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68%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observations lie within </a:t>
            </a: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±1σ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95%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lie within </a:t>
            </a: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±2σ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99.7%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lie within </a:t>
            </a: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±3σ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ctrTitle"/>
          </p:nvPr>
        </p:nvSpPr>
        <p:spPr>
          <a:xfrm>
            <a:off x="729625" y="648075"/>
            <a:ext cx="55779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latin typeface="Times New Roman"/>
                <a:ea typeface="Times New Roman"/>
                <a:cs typeface="Times New Roman"/>
                <a:sym typeface="Times New Roman"/>
              </a:rPr>
              <a:t>Parameters of Normal Distribution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1"/>
          </p:nvPr>
        </p:nvSpPr>
        <p:spPr>
          <a:xfrm>
            <a:off x="234450" y="1846825"/>
            <a:ext cx="4337700" cy="16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Mean (μ)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the center of the distribution.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Indicates the average value.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Shifting the mean moves the entire curve left or right.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1"/>
          </p:nvPr>
        </p:nvSpPr>
        <p:spPr>
          <a:xfrm>
            <a:off x="4801050" y="1846825"/>
            <a:ext cx="4014900" cy="16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Standard Deviation (σ)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the spread of the data.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σ → Narrow and taller curve.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σ → Wider and flatter curve.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ctrTitle"/>
          </p:nvPr>
        </p:nvSpPr>
        <p:spPr>
          <a:xfrm>
            <a:off x="729625" y="648075"/>
            <a:ext cx="55779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latin typeface="Times New Roman"/>
                <a:ea typeface="Times New Roman"/>
                <a:cs typeface="Times New Roman"/>
                <a:sym typeface="Times New Roman"/>
              </a:rPr>
              <a:t>Applications of Normal Distribution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7"/>
          <p:cNvSpPr txBox="1">
            <a:spLocks noGrp="1"/>
          </p:cNvSpPr>
          <p:nvPr>
            <p:ph type="subTitle" idx="1"/>
          </p:nvPr>
        </p:nvSpPr>
        <p:spPr>
          <a:xfrm>
            <a:off x="234450" y="1478900"/>
            <a:ext cx="4337700" cy="3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Finance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assessment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Portfolio analysis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return modeling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Blood pressure analysis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research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measurements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1"/>
          </p:nvPr>
        </p:nvSpPr>
        <p:spPr>
          <a:xfrm>
            <a:off x="4801050" y="1478900"/>
            <a:ext cx="4014900" cy="3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performance analysis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test scores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forecasting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prediction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behavior analysis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latin typeface="Times New Roman"/>
                <a:ea typeface="Times New Roman"/>
                <a:cs typeface="Times New Roman"/>
                <a:sym typeface="Times New Roman"/>
              </a:rPr>
              <a:t>Population vs Sample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1"/>
          </p:nvPr>
        </p:nvSpPr>
        <p:spPr>
          <a:xfrm>
            <a:off x="729450" y="2051000"/>
            <a:ext cx="8070300" cy="20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complete set of individuals, objects, observations, or measurements that we are interested in studying.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subset of the population selected for analysis.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numerical measure describing a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called a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numerical measure describing a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called a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ctrTitle"/>
          </p:nvPr>
        </p:nvSpPr>
        <p:spPr>
          <a:xfrm>
            <a:off x="4572000" y="1322450"/>
            <a:ext cx="4107000" cy="3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Use a Sample When: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 b="0">
                <a:latin typeface="Times New Roman"/>
                <a:ea typeface="Times New Roman"/>
                <a:cs typeface="Times New Roman"/>
                <a:sym typeface="Times New Roman"/>
              </a:rPr>
              <a:t>Population is extremely large.</a:t>
            </a:r>
            <a:endParaRPr sz="1600"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 b="0">
                <a:latin typeface="Times New Roman"/>
                <a:ea typeface="Times New Roman"/>
                <a:cs typeface="Times New Roman"/>
                <a:sym typeface="Times New Roman"/>
              </a:rPr>
              <a:t>Studying the entire population is expensive.</a:t>
            </a:r>
            <a:endParaRPr sz="1600"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 b="0">
                <a:latin typeface="Times New Roman"/>
                <a:ea typeface="Times New Roman"/>
                <a:cs typeface="Times New Roman"/>
                <a:sym typeface="Times New Roman"/>
              </a:rPr>
              <a:t>Data collection is time-consuming.</a:t>
            </a:r>
            <a:endParaRPr sz="1600"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 b="0">
                <a:latin typeface="Times New Roman"/>
                <a:ea typeface="Times New Roman"/>
                <a:cs typeface="Times New Roman"/>
                <a:sym typeface="Times New Roman"/>
              </a:rPr>
              <a:t>Testing is destructive.</a:t>
            </a:r>
            <a:endParaRPr sz="1600"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 b="0">
                <a:latin typeface="Times New Roman"/>
                <a:ea typeface="Times New Roman"/>
                <a:cs typeface="Times New Roman"/>
                <a:sym typeface="Times New Roman"/>
              </a:rPr>
              <a:t>Quick decisions are required.</a:t>
            </a:r>
            <a:endParaRPr sz="1600"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9"/>
          <p:cNvSpPr txBox="1">
            <a:spLocks noGrp="1"/>
          </p:cNvSpPr>
          <p:nvPr>
            <p:ph type="subTitle" idx="1"/>
          </p:nvPr>
        </p:nvSpPr>
        <p:spPr>
          <a:xfrm>
            <a:off x="461900" y="1386500"/>
            <a:ext cx="3651900" cy="3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Entire Population When:</a:t>
            </a:r>
            <a:endParaRPr sz="2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size is small and manageable.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data is easily available.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high accuracy is required.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is inexpensive and feasible.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observation must be considered.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ctrTitle"/>
          </p:nvPr>
        </p:nvSpPr>
        <p:spPr>
          <a:xfrm>
            <a:off x="4815750" y="1557200"/>
            <a:ext cx="4107000" cy="6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latin typeface="Times New Roman"/>
                <a:ea typeface="Times New Roman"/>
                <a:cs typeface="Times New Roman"/>
                <a:sym typeface="Times New Roman"/>
              </a:rPr>
              <a:t>Sample Standard Deviation</a:t>
            </a:r>
            <a:endParaRPr sz="2500"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1"/>
          </p:nvPr>
        </p:nvSpPr>
        <p:spPr>
          <a:xfrm>
            <a:off x="461900" y="1386500"/>
            <a:ext cx="3651900" cy="9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00" y="2462275"/>
            <a:ext cx="37719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750" y="2462275"/>
            <a:ext cx="36195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Sampling Important?</a:t>
            </a: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1"/>
          </p:nvPr>
        </p:nvSpPr>
        <p:spPr>
          <a:xfrm>
            <a:off x="729450" y="2051000"/>
            <a:ext cx="8070300" cy="20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cost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time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large-scale studies practical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faster business decisions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estimation of population characteristics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Forms the foundation of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Inferential Statistics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latin typeface="Times New Roman"/>
                <a:ea typeface="Times New Roman"/>
                <a:cs typeface="Times New Roman"/>
                <a:sym typeface="Times New Roman"/>
              </a:rPr>
              <a:t>Population vs Sample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subTitle" idx="1"/>
          </p:nvPr>
        </p:nvSpPr>
        <p:spPr>
          <a:xfrm>
            <a:off x="729450" y="2051000"/>
            <a:ext cx="8070300" cy="21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monthly sales (₹ lakh) of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five branches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company are: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10, 12, 14, 16, 18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these are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branches of the company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Population Mean and Population Standard Deviation.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>
            <a:spLocks noGrp="1"/>
          </p:cNvSpPr>
          <p:nvPr>
            <p:ph type="ctrTitle"/>
          </p:nvPr>
        </p:nvSpPr>
        <p:spPr>
          <a:xfrm>
            <a:off x="677550" y="59539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Sampling Distribution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3"/>
          <p:cNvSpPr txBox="1">
            <a:spLocks noGrp="1"/>
          </p:cNvSpPr>
          <p:nvPr>
            <p:ph type="subTitle" idx="1"/>
          </p:nvPr>
        </p:nvSpPr>
        <p:spPr>
          <a:xfrm>
            <a:off x="729450" y="1266783"/>
            <a:ext cx="8070300" cy="936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 distribution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probability graph of a specific value (like the average) calculated from many different random samples of the same size taken from a large group.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58" y="2134621"/>
            <a:ext cx="7748176" cy="270500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latin typeface="Times New Roman"/>
                <a:ea typeface="Times New Roman"/>
                <a:cs typeface="Times New Roman"/>
                <a:sym typeface="Times New Roman"/>
              </a:rPr>
              <a:t>Factors Influencing Sampling Distribution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4"/>
          <p:cNvSpPr txBox="1">
            <a:spLocks noGrp="1"/>
          </p:cNvSpPr>
          <p:nvPr>
            <p:ph type="subTitle" idx="1"/>
          </p:nvPr>
        </p:nvSpPr>
        <p:spPr>
          <a:xfrm>
            <a:off x="729450" y="2051000"/>
            <a:ext cx="8070300" cy="21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Size (n):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sample size increases, Standard Error decreases.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 Method: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Random and unbiased sampling gives more reliable results.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Variability: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More variation in the population leads to more variation among sample statistics.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>
            <a:spLocks noGrp="1"/>
          </p:cNvSpPr>
          <p:nvPr>
            <p:ph type="ctrTitle"/>
          </p:nvPr>
        </p:nvSpPr>
        <p:spPr>
          <a:xfrm>
            <a:off x="650575" y="601863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Standard Error (SE)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1"/>
          </p:nvPr>
        </p:nvSpPr>
        <p:spPr>
          <a:xfrm>
            <a:off x="335700" y="2276187"/>
            <a:ext cx="4236300" cy="2569148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Standard Error of the Mean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(sigma)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Population Standard Deviation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Sample Size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√n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Square root of the sample size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l="6170" t="11329" r="4152" b="8773"/>
          <a:stretch/>
        </p:blipFill>
        <p:spPr>
          <a:xfrm>
            <a:off x="5443400" y="1322450"/>
            <a:ext cx="2587550" cy="125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>
            <a:spLocks noGrp="1"/>
          </p:cNvSpPr>
          <p:nvPr>
            <p:ph type="subTitle" idx="1"/>
          </p:nvPr>
        </p:nvSpPr>
        <p:spPr>
          <a:xfrm>
            <a:off x="693007" y="1322450"/>
            <a:ext cx="4135500" cy="615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</a:t>
            </a: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 distribution of the mean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5"/>
          <p:cNvSpPr txBox="1">
            <a:spLocks noGrp="1"/>
          </p:cNvSpPr>
          <p:nvPr>
            <p:ph type="subTitle" idx="1"/>
          </p:nvPr>
        </p:nvSpPr>
        <p:spPr>
          <a:xfrm>
            <a:off x="4572000" y="2864159"/>
            <a:ext cx="4358309" cy="1996200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sample size increases: n↑ ⇒SE↓ 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Error tells us how much a sample statistic, such as the sample mean, is expected to vary from sample to sample.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ctrTitle"/>
          </p:nvPr>
        </p:nvSpPr>
        <p:spPr>
          <a:xfrm>
            <a:off x="604556" y="50722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Central Limit Theorem (CLT)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6"/>
          <p:cNvSpPr txBox="1">
            <a:spLocks noGrp="1"/>
          </p:cNvSpPr>
          <p:nvPr>
            <p:ph type="subTitle" idx="1"/>
          </p:nvPr>
        </p:nvSpPr>
        <p:spPr>
          <a:xfrm>
            <a:off x="689305" y="1252827"/>
            <a:ext cx="8070300" cy="9907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15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Central Limit Theorem states that the distribution of sample means approaches a normal bell-shaped distribution as the sample size gets larger, regardless of the original population's shape.</a:t>
            </a:r>
            <a:endParaRPr sz="15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343" y="2209682"/>
            <a:ext cx="7545523" cy="272417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>
            <a:spLocks noGrp="1"/>
          </p:cNvSpPr>
          <p:nvPr>
            <p:ph type="ctrTitle"/>
          </p:nvPr>
        </p:nvSpPr>
        <p:spPr>
          <a:xfrm>
            <a:off x="495880" y="577278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Applications of CLT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7"/>
          <p:cNvSpPr txBox="1">
            <a:spLocks noGrp="1"/>
          </p:cNvSpPr>
          <p:nvPr>
            <p:ph type="subTitle" idx="1"/>
          </p:nvPr>
        </p:nvSpPr>
        <p:spPr>
          <a:xfrm>
            <a:off x="188850" y="2196548"/>
            <a:ext cx="8368741" cy="2670952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: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Decision-Making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spending analysis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forecasting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control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analysis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research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Large-Scale Surveys - </a:t>
            </a:r>
            <a:r>
              <a:rPr lang="en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sample can be used to make statistical inferences about a much larger population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7"/>
          <p:cNvPicPr preferRelativeResize="0"/>
          <p:nvPr/>
        </p:nvPicPr>
        <p:blipFill rotWithShape="1">
          <a:blip r:embed="rId3">
            <a:alphaModFix/>
          </a:blip>
          <a:srcRect r="-2976" b="-8861"/>
          <a:stretch/>
        </p:blipFill>
        <p:spPr>
          <a:xfrm>
            <a:off x="6077212" y="501172"/>
            <a:ext cx="3126799" cy="24970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770DC-4729-ADD9-1160-FD60EC8C5517}"/>
              </a:ext>
            </a:extLst>
          </p:cNvPr>
          <p:cNvSpPr txBox="1"/>
          <p:nvPr/>
        </p:nvSpPr>
        <p:spPr>
          <a:xfrm>
            <a:off x="188849" y="1289207"/>
            <a:ext cx="5352215" cy="5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❖"/>
            </a:pP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sample size increases, the sampling distribution of the mean generally becomes more nearly normal and less variable.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ctrTitle"/>
          </p:nvPr>
        </p:nvSpPr>
        <p:spPr>
          <a:xfrm>
            <a:off x="685950" y="56734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Z - Score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8"/>
          <p:cNvSpPr txBox="1">
            <a:spLocks noGrp="1"/>
          </p:cNvSpPr>
          <p:nvPr>
            <p:ph type="subTitle" idx="1"/>
          </p:nvPr>
        </p:nvSpPr>
        <p:spPr>
          <a:xfrm>
            <a:off x="188850" y="1213265"/>
            <a:ext cx="8682300" cy="1907622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z-score measures how many standard deviations a specific data point is away from the mean (average) of a dataset.</a:t>
            </a:r>
            <a:endParaRPr sz="14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317500" algn="l" rtl="0">
              <a:lnSpc>
                <a:spcPct val="158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Times New Roman"/>
              <a:buChar char="●"/>
            </a:pPr>
            <a:r>
              <a:rPr lang="en" sz="1400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Z-score of 0 means the data point is </a:t>
            </a:r>
            <a:r>
              <a:rPr lang="en" sz="1400" b="1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exactly at the mean</a:t>
            </a:r>
            <a:r>
              <a:rPr lang="en" sz="1400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dirty="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Times New Roman"/>
              <a:buChar char="●"/>
            </a:pPr>
            <a:r>
              <a:rPr lang="en" sz="1400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Z-score indicates the data point is </a:t>
            </a:r>
            <a:r>
              <a:rPr lang="en" sz="1400" b="1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above the mean</a:t>
            </a:r>
            <a:r>
              <a:rPr lang="en" sz="1400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dirty="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Times New Roman"/>
              <a:buChar char="●"/>
            </a:pPr>
            <a:r>
              <a:rPr lang="en" sz="1400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Z-score indicates the data point is </a:t>
            </a:r>
            <a:r>
              <a:rPr lang="en" sz="1400" b="1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below the mean</a:t>
            </a:r>
            <a:r>
              <a:rPr lang="en" sz="1400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dirty="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8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" sz="1400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1400" dirty="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50" y="3156298"/>
            <a:ext cx="23622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 txBox="1"/>
          <p:nvPr/>
        </p:nvSpPr>
        <p:spPr>
          <a:xfrm>
            <a:off x="2630066" y="3229348"/>
            <a:ext cx="3169415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Observed value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 = Population mean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= Population standard deviation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Z-score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28"/>
          <p:cNvPicPr preferRelativeResize="0"/>
          <p:nvPr/>
        </p:nvPicPr>
        <p:blipFill rotWithShape="1">
          <a:blip r:embed="rId4">
            <a:alphaModFix/>
          </a:blip>
          <a:srcRect r="-2976" b="-8861"/>
          <a:stretch/>
        </p:blipFill>
        <p:spPr>
          <a:xfrm>
            <a:off x="5696850" y="2511724"/>
            <a:ext cx="3519576" cy="281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ctrTitle"/>
          </p:nvPr>
        </p:nvSpPr>
        <p:spPr>
          <a:xfrm>
            <a:off x="618619" y="561868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latin typeface="Times New Roman"/>
                <a:ea typeface="Times New Roman"/>
                <a:cs typeface="Times New Roman"/>
                <a:sym typeface="Times New Roman"/>
              </a:rPr>
              <a:t>Z - Score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9"/>
          <p:cNvSpPr txBox="1">
            <a:spLocks noGrp="1"/>
          </p:cNvSpPr>
          <p:nvPr>
            <p:ph type="subTitle" idx="1"/>
          </p:nvPr>
        </p:nvSpPr>
        <p:spPr>
          <a:xfrm>
            <a:off x="167250" y="1277178"/>
            <a:ext cx="8682300" cy="3568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score </a:t>
            </a: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the GATE examination. 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mean score is </a:t>
            </a: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390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standard deviation is </a:t>
            </a: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well did you perform compared to other test-takers?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Identify the Given Values: 	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500, 		μ = 390, 		σ = 45</a:t>
            </a: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(500-390)/45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Apply the Z-Score Formula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(Z = 2.44)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None/>
            </a:pPr>
            <a:endParaRPr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35F8C0-A1E5-73F3-E646-37A75592992B}"/>
              </a:ext>
            </a:extLst>
          </p:cNvPr>
          <p:cNvSpPr txBox="1"/>
          <p:nvPr/>
        </p:nvSpPr>
        <p:spPr>
          <a:xfrm>
            <a:off x="2285999" y="561868"/>
            <a:ext cx="6689035" cy="635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z-score measures how many standard deviations a specific data point is away from the mean (average) of a dataset.</a:t>
            </a:r>
          </a:p>
        </p:txBody>
      </p:sp>
      <p:pic>
        <p:nvPicPr>
          <p:cNvPr id="5" name="Google Shape;190;p28">
            <a:extLst>
              <a:ext uri="{FF2B5EF4-FFF2-40B4-BE49-F238E27FC236}">
                <a16:creationId xmlns:a16="http://schemas.microsoft.com/office/drawing/2014/main" id="{7F8E0621-11AB-2BB2-1C14-AC68E1838A5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751" y="3733610"/>
            <a:ext cx="1343445" cy="629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ctrTitle"/>
          </p:nvPr>
        </p:nvSpPr>
        <p:spPr>
          <a:xfrm>
            <a:off x="275720" y="617102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Z - Score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30"/>
          <p:cNvSpPr txBox="1">
            <a:spLocks noGrp="1"/>
          </p:cNvSpPr>
          <p:nvPr>
            <p:ph type="subTitle" idx="1"/>
          </p:nvPr>
        </p:nvSpPr>
        <p:spPr>
          <a:xfrm>
            <a:off x="65077" y="1282905"/>
            <a:ext cx="3009669" cy="3622055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36000" rIns="91425" bIns="72000" anchor="t" anchorCtr="0">
            <a:noAutofit/>
          </a:bodyPr>
          <a:lstStyle/>
          <a:p>
            <a:pPr marL="0" indent="0">
              <a:spcBef>
                <a:spcPts val="1200"/>
              </a:spcBef>
            </a:pPr>
            <a:r>
              <a:rPr lang="en-US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Find the Probability Using the Z-Table: [</a:t>
            </a:r>
            <a:r>
              <a:rPr lang="en-I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(Z = 2.44)</a:t>
            </a:r>
            <a:r>
              <a:rPr lang="en-US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lang="en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it as: 	2.44 = 2.4 + 0.04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standard Z-table: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Y-axis / Row value </a:t>
            </a: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2.4 axis / Column value = 0.04</a:t>
            </a:r>
            <a:endParaRPr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intersection of </a:t>
            </a: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0.04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P(Z ≤ 2.44) ≈ 0.9927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32D479-85B7-D1F9-CE31-BA1EBE109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290" y="527532"/>
            <a:ext cx="5978633" cy="3473726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F35B10-4DB0-C133-F469-C8BFA1B74FEA}"/>
              </a:ext>
            </a:extLst>
          </p:cNvPr>
          <p:cNvSpPr txBox="1"/>
          <p:nvPr/>
        </p:nvSpPr>
        <p:spPr>
          <a:xfrm>
            <a:off x="3100290" y="4526398"/>
            <a:ext cx="5978633" cy="3385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457200" lvl="0" indent="-330200" algn="l" rtl="0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❖"/>
            </a:pPr>
            <a:r>
              <a:rPr lang="en-US" sz="16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Approximately 99.27% of test-takers scored below 500</a:t>
            </a:r>
            <a:r>
              <a:rPr lang="en-US" sz="16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ctrTitle"/>
          </p:nvPr>
        </p:nvSpPr>
        <p:spPr>
          <a:xfrm>
            <a:off x="188850" y="546561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Z - Score for Sample Mean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1"/>
          <p:cNvSpPr txBox="1">
            <a:spLocks noGrp="1"/>
          </p:cNvSpPr>
          <p:nvPr>
            <p:ph type="subTitle" idx="1"/>
          </p:nvPr>
        </p:nvSpPr>
        <p:spPr>
          <a:xfrm>
            <a:off x="230850" y="1265089"/>
            <a:ext cx="4142367" cy="3156900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xˉ = Sample mean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μ0​ = Hypothesized population mean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= Population standard deviation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Sample size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σ/n​ = Standard Error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825" y="1940950"/>
            <a:ext cx="3960225" cy="2249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>
            <a:spLocks noGrp="1"/>
          </p:cNvSpPr>
          <p:nvPr>
            <p:ph type="subTitle" idx="1"/>
          </p:nvPr>
        </p:nvSpPr>
        <p:spPr>
          <a:xfrm>
            <a:off x="188850" y="1436204"/>
            <a:ext cx="8682300" cy="3215309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e-commerce company claims that the </a:t>
            </a:r>
            <a:r>
              <a:rPr lang="en" sz="18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delivery time</a:t>
            </a:r>
            <a:r>
              <a:rPr lang="en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its orders is </a:t>
            </a:r>
            <a:r>
              <a:rPr lang="en" sz="18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days</a:t>
            </a:r>
            <a:r>
              <a:rPr lang="en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Business Analyst selects a random sample of </a:t>
            </a:r>
            <a:r>
              <a:rPr lang="en" sz="18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 orders</a:t>
            </a:r>
            <a:r>
              <a:rPr lang="en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finds:</a:t>
            </a:r>
            <a:endParaRPr sz="18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mean = 5.5 days</a:t>
            </a:r>
            <a:endParaRPr sz="18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 = 2 days</a:t>
            </a:r>
            <a:endParaRPr sz="18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size = 64</a:t>
            </a:r>
            <a:endParaRPr sz="18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how many standard errors the sample mean is away from the hypothesized population mean.</a:t>
            </a:r>
            <a:endParaRPr sz="18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209;p31">
            <a:extLst>
              <a:ext uri="{FF2B5EF4-FFF2-40B4-BE49-F238E27FC236}">
                <a16:creationId xmlns:a16="http://schemas.microsoft.com/office/drawing/2014/main" id="{E31BC454-EB5B-A54C-FAD5-9B256EA251B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850" y="546561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Z - Score for Sample Mean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>
            <a:spLocks noGrp="1"/>
          </p:cNvSpPr>
          <p:nvPr>
            <p:ph type="subTitle" idx="1"/>
          </p:nvPr>
        </p:nvSpPr>
        <p:spPr>
          <a:xfrm>
            <a:off x="183881" y="674550"/>
            <a:ext cx="4338424" cy="3794400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= 0.25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Hypothesized population mean: μ0 ​= 5 days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mean: xˉ = 5.5 days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deviation: σ = 2 days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size: n = 64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Z = 2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sample mean of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5.5 days is 2 standard errors above the hypothesized population mean of 5 days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Google Shape;211;p31">
            <a:extLst>
              <a:ext uri="{FF2B5EF4-FFF2-40B4-BE49-F238E27FC236}">
                <a16:creationId xmlns:a16="http://schemas.microsoft.com/office/drawing/2014/main" id="{F16C8816-1967-F974-5C87-A53A474ED2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4838" y="2229186"/>
            <a:ext cx="1677320" cy="8718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F1821B-D182-07EE-A050-55EECAC0C8B0}"/>
              </a:ext>
            </a:extLst>
          </p:cNvPr>
          <p:cNvSpPr txBox="1"/>
          <p:nvPr/>
        </p:nvSpPr>
        <p:spPr>
          <a:xfrm>
            <a:off x="5044838" y="1344876"/>
            <a:ext cx="2802835" cy="7898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= (5.5-5) / (2/sqrt(64))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  <a:t>=0.5/(2/8) =</a:t>
            </a: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0.25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766E1C-E99F-9640-C866-316ACC097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838" y="732131"/>
            <a:ext cx="1409897" cy="3810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1BA756-951E-1EAD-7BB7-763FCEFA73E5}"/>
              </a:ext>
            </a:extLst>
          </p:cNvPr>
          <p:cNvSpPr txBox="1"/>
          <p:nvPr/>
        </p:nvSpPr>
        <p:spPr>
          <a:xfrm>
            <a:off x="5112755" y="3385711"/>
            <a:ext cx="2802835" cy="7898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(5.5-5) / (2/sqrt(64))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  <a:t>=0.5/0.25 =2</a:t>
            </a:r>
            <a:endParaRPr lang="en-IN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>
            <a:spLocks noGrp="1"/>
          </p:cNvSpPr>
          <p:nvPr>
            <p:ph type="ctrTitle"/>
          </p:nvPr>
        </p:nvSpPr>
        <p:spPr>
          <a:xfrm>
            <a:off x="188850" y="562641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Hypothesis Testing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34"/>
          <p:cNvSpPr txBox="1">
            <a:spLocks noGrp="1"/>
          </p:cNvSpPr>
          <p:nvPr>
            <p:ph type="subTitle" idx="1"/>
          </p:nvPr>
        </p:nvSpPr>
        <p:spPr>
          <a:xfrm>
            <a:off x="188850" y="1353459"/>
            <a:ext cx="8682300" cy="3227400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Hypothesis testing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statistical method used to make a decision about a population using data collected from a sample.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make an assumption about a population, collect sample data, and then check whether the data provides enough evidence to reject that assumption.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usually involves two hypotheses: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 Hypothesis (H₀):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states that there is no change, no effect, or no relationship between things.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Hypothesis (H₁ or Hₐ):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 guess that claims there is a real change, effect, or relationship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>
            <a:spLocks noGrp="1"/>
          </p:cNvSpPr>
          <p:nvPr>
            <p:ph type="ctrTitle"/>
          </p:nvPr>
        </p:nvSpPr>
        <p:spPr>
          <a:xfrm>
            <a:off x="335355" y="58424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Hypothesis Testing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5"/>
          <p:cNvSpPr txBox="1">
            <a:spLocks noGrp="1"/>
          </p:cNvSpPr>
          <p:nvPr>
            <p:ph type="subTitle" idx="1"/>
          </p:nvPr>
        </p:nvSpPr>
        <p:spPr>
          <a:xfrm>
            <a:off x="149094" y="1380513"/>
            <a:ext cx="8682300" cy="2282057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b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company claims that the average battery life of its laptop is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hours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H₀: Average battery life = 10 hours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H₁: Average battery life ≠ 10 hours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test a sample of laptops to decide whether there is enough evidence to reject the company's claim.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>
            <a:spLocks noGrp="1"/>
          </p:cNvSpPr>
          <p:nvPr>
            <p:ph type="ctrTitle"/>
          </p:nvPr>
        </p:nvSpPr>
        <p:spPr>
          <a:xfrm>
            <a:off x="295598" y="569332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Rejection Region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36"/>
          <p:cNvSpPr txBox="1">
            <a:spLocks noGrp="1"/>
          </p:cNvSpPr>
          <p:nvPr>
            <p:ph type="subTitle" idx="1"/>
          </p:nvPr>
        </p:nvSpPr>
        <p:spPr>
          <a:xfrm>
            <a:off x="230850" y="1334108"/>
            <a:ext cx="8682300" cy="3162300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rejection region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range of values for which we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 the null hypothesis (H₀)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usually located in the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tail(s) of a probability distribution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size of the rejection region is determined by the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level (α)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commonly: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 = 0.05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at a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5% significance level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most extreme 5% of possible results form the rejection region.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7"/>
          <p:cNvPicPr preferRelativeResize="0"/>
          <p:nvPr/>
        </p:nvPicPr>
        <p:blipFill rotWithShape="1">
          <a:blip r:embed="rId3">
            <a:alphaModFix/>
          </a:blip>
          <a:srcRect b="3232"/>
          <a:stretch/>
        </p:blipFill>
        <p:spPr>
          <a:xfrm>
            <a:off x="152400" y="1449100"/>
            <a:ext cx="8839199" cy="27339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>
            <a:spLocks noGrp="1"/>
          </p:cNvSpPr>
          <p:nvPr>
            <p:ph type="ctrTitle"/>
          </p:nvPr>
        </p:nvSpPr>
        <p:spPr>
          <a:xfrm>
            <a:off x="339002" y="609468"/>
            <a:ext cx="52584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P - Value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8"/>
          <p:cNvSpPr txBox="1">
            <a:spLocks noGrp="1"/>
          </p:cNvSpPr>
          <p:nvPr>
            <p:ph type="subTitle" idx="1"/>
          </p:nvPr>
        </p:nvSpPr>
        <p:spPr>
          <a:xfrm>
            <a:off x="139148" y="1496678"/>
            <a:ext cx="4432852" cy="3239318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EFEFE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p-value represents the probability of observing the obtained results, or more extreme results, assuming that the null hypothesis is true. </a:t>
            </a:r>
            <a:endParaRPr dirty="0">
              <a:solidFill>
                <a:srgbClr val="000000"/>
              </a:solidFill>
              <a:highlight>
                <a:srgbClr val="EFEFE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P-value is the probability of getting our observed result, if the null hypothesis is true.</a:t>
            </a:r>
            <a:endParaRPr dirty="0">
              <a:solidFill>
                <a:srgbClr val="000000"/>
              </a:solidFill>
              <a:highlight>
                <a:srgbClr val="EFEFE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4914901" y="1496678"/>
            <a:ext cx="3863406" cy="323931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Rule</a:t>
            </a:r>
            <a:endParaRPr sz="16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a significance level: α = 0.05</a:t>
            </a:r>
            <a:endParaRPr sz="16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If, </a:t>
            </a:r>
            <a:r>
              <a:rPr lang="en" sz="16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≤ 0.05​ Then, </a:t>
            </a:r>
            <a:r>
              <a:rPr lang="en" sz="16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 H0</a:t>
            </a:r>
            <a:endParaRPr sz="16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 is statistically significant, i.e., there is sufficient evidence against H0.</a:t>
            </a:r>
          </a:p>
          <a:p>
            <a:pPr lvl="0" algn="just">
              <a:spcBef>
                <a:spcPts val="1400"/>
              </a:spcBef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If,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p &gt; 0.05​ 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Fail to reject H0</a:t>
            </a:r>
          </a:p>
          <a:p>
            <a:pPr lvl="0" algn="just">
              <a:spcBef>
                <a:spcPts val="1200"/>
              </a:spcBef>
              <a:spcAft>
                <a:spcPts val="1200"/>
              </a:spcAft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There is insufficient evidence against the null hypothesis.</a:t>
            </a:r>
            <a:endParaRPr lang="en-US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>
            <a:spLocks noGrp="1"/>
          </p:cNvSpPr>
          <p:nvPr>
            <p:ph type="ctrTitle"/>
          </p:nvPr>
        </p:nvSpPr>
        <p:spPr>
          <a:xfrm>
            <a:off x="286245" y="601239"/>
            <a:ext cx="6636600" cy="49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Inferential Statistics Roadmap</a:t>
            </a:r>
            <a:endParaRPr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8" name="Google Shape;25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545" y="1369813"/>
            <a:ext cx="8225250" cy="339599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>
            <a:spLocks noGrp="1"/>
          </p:cNvSpPr>
          <p:nvPr>
            <p:ph type="ctrTitle"/>
          </p:nvPr>
        </p:nvSpPr>
        <p:spPr>
          <a:xfrm>
            <a:off x="283337" y="626606"/>
            <a:ext cx="6636600" cy="49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Hypothesis Testing</a:t>
            </a:r>
            <a:endParaRPr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827" y="1430190"/>
            <a:ext cx="7219078" cy="349464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>
            <a:spLocks noGrp="1"/>
          </p:cNvSpPr>
          <p:nvPr>
            <p:ph type="ctrTitle"/>
          </p:nvPr>
        </p:nvSpPr>
        <p:spPr>
          <a:xfrm>
            <a:off x="340324" y="64195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41"/>
          <p:cNvSpPr txBox="1">
            <a:spLocks noGrp="1"/>
          </p:cNvSpPr>
          <p:nvPr>
            <p:ph type="subTitle" idx="1"/>
          </p:nvPr>
        </p:nvSpPr>
        <p:spPr>
          <a:xfrm>
            <a:off x="168972" y="1529136"/>
            <a:ext cx="8682300" cy="2620451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highlight>
                  <a:srgbClr val="EFEFE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Ques 1: 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marks obtained by students in a Business Analytics examination are normally distributed with: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(μ) =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 (σ) =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student scored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86 marks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Z-score of the student and interpret the result.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>
            <a:spLocks noGrp="1"/>
          </p:cNvSpPr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42"/>
          <p:cNvSpPr txBox="1">
            <a:spLocks noGrp="1"/>
          </p:cNvSpPr>
          <p:nvPr>
            <p:ph type="subTitle" idx="1"/>
          </p:nvPr>
        </p:nvSpPr>
        <p:spPr>
          <a:xfrm>
            <a:off x="188850" y="1767675"/>
            <a:ext cx="8682300" cy="3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 1: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(X − μ) / σ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​Z = (86 − 70) / 8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2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student's score is </a:t>
            </a:r>
            <a:r>
              <a:rPr lang="en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standard deviations above the mean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.​</a:t>
            </a:r>
            <a:endParaRPr>
              <a:solidFill>
                <a:srgbClr val="000000"/>
              </a:solidFill>
              <a:highlight>
                <a:srgbClr val="EFEFE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>
            <a:spLocks noGrp="1"/>
          </p:cNvSpPr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43"/>
          <p:cNvSpPr txBox="1">
            <a:spLocks noGrp="1"/>
          </p:cNvSpPr>
          <p:nvPr>
            <p:ph type="subTitle" idx="1"/>
          </p:nvPr>
        </p:nvSpPr>
        <p:spPr>
          <a:xfrm>
            <a:off x="188850" y="1767675"/>
            <a:ext cx="8682300" cy="2744690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 2: 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employee scored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technical assessment where: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 = 70, σ = 8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same employee scored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managerial assessment where: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 = 75, σ = 10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which assessment did the employee perform better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to the other employees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>
            <a:spLocks noGrp="1"/>
          </p:cNvSpPr>
          <p:nvPr>
            <p:ph type="ctrTitle"/>
          </p:nvPr>
        </p:nvSpPr>
        <p:spPr>
          <a:xfrm>
            <a:off x="335354" y="64195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44"/>
          <p:cNvSpPr txBox="1">
            <a:spLocks noGrp="1"/>
          </p:cNvSpPr>
          <p:nvPr>
            <p:ph type="subTitle" idx="1"/>
          </p:nvPr>
        </p:nvSpPr>
        <p:spPr>
          <a:xfrm>
            <a:off x="174683" y="1302784"/>
            <a:ext cx="8682300" cy="3299033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 2: 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Assessment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(82 − 70) / 8  = 1.5​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Managerial Assessment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(90 − 75) / 10 =  1.5​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employee performed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equally well relative to both groups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because the Z-score is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 in both assessments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relative performance is actually the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>
            <a:spLocks noGrp="1"/>
          </p:cNvSpPr>
          <p:nvPr>
            <p:ph type="ctrTitle"/>
          </p:nvPr>
        </p:nvSpPr>
        <p:spPr>
          <a:xfrm>
            <a:off x="295598" y="656858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45"/>
          <p:cNvSpPr txBox="1">
            <a:spLocks noGrp="1"/>
          </p:cNvSpPr>
          <p:nvPr>
            <p:ph type="subTitle" idx="1"/>
          </p:nvPr>
        </p:nvSpPr>
        <p:spPr>
          <a:xfrm>
            <a:off x="159775" y="1357450"/>
            <a:ext cx="8682300" cy="3511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 3: Average Delivery Time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food delivery company claims that its average delivery time is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minutes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random sample of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 deliveries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shows: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mean (xˉ) =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 minutes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 (σ) =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minutes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level (α) =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0.05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whether the average delivery time is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from 30 minutes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>
            <a:spLocks noGrp="1"/>
          </p:cNvSpPr>
          <p:nvPr>
            <p:ph type="ctrTitle"/>
          </p:nvPr>
        </p:nvSpPr>
        <p:spPr>
          <a:xfrm>
            <a:off x="404928" y="547528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46"/>
          <p:cNvSpPr txBox="1">
            <a:spLocks noGrp="1"/>
          </p:cNvSpPr>
          <p:nvPr>
            <p:ph type="subTitle" idx="1"/>
          </p:nvPr>
        </p:nvSpPr>
        <p:spPr>
          <a:xfrm>
            <a:off x="194562" y="1243150"/>
            <a:ext cx="8682300" cy="10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 3:  Step 1: State the Hypotheses                   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H0: μ = 30               H1: μ ≠ 30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two-tailed test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01" name="Google Shape;301;p46"/>
          <p:cNvGraphicFramePr/>
          <p:nvPr>
            <p:extLst>
              <p:ext uri="{D42A27DB-BD31-4B8C-83A1-F6EECF244321}">
                <p14:modId xmlns:p14="http://schemas.microsoft.com/office/powerpoint/2010/main" val="4088482868"/>
              </p:ext>
            </p:extLst>
          </p:nvPr>
        </p:nvGraphicFramePr>
        <p:xfrm>
          <a:off x="498337" y="2386797"/>
          <a:ext cx="8147325" cy="2209175"/>
        </p:xfrm>
        <a:graphic>
          <a:graphicData uri="http://schemas.openxmlformats.org/drawingml/2006/table">
            <a:tbl>
              <a:tblPr>
                <a:noFill/>
                <a:tableStyleId>{55111C8B-B500-474E-9AE7-624160525A0A}</a:tableStyleId>
              </a:tblPr>
              <a:tblGrid>
                <a:gridCol w="271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Wording in Question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Alternative Hypothesis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different from / not equal to / has changed</a:t>
                      </a:r>
                      <a:endParaRPr sz="13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H1​:     μ 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≠</a:t>
                      </a: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μ0​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Two-tailed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greater than / increased / more than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H1​:     μ &gt; μ0​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Right-tailed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than / decreased / lower than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H1​:     μ &lt; μ0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Left-tailed</a:t>
                      </a:r>
                      <a:endParaRPr sz="13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7"/>
          <p:cNvSpPr txBox="1">
            <a:spLocks noGrp="1"/>
          </p:cNvSpPr>
          <p:nvPr>
            <p:ph type="ctrTitle"/>
          </p:nvPr>
        </p:nvSpPr>
        <p:spPr>
          <a:xfrm>
            <a:off x="270750" y="602194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Solution 3: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47"/>
          <p:cNvSpPr txBox="1">
            <a:spLocks noGrp="1"/>
          </p:cNvSpPr>
          <p:nvPr>
            <p:ph type="subTitle" idx="1"/>
          </p:nvPr>
        </p:nvSpPr>
        <p:spPr>
          <a:xfrm>
            <a:off x="433101" y="1586050"/>
            <a:ext cx="3458068" cy="3259276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Calculate the Z-Test Statistic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 xˉ − μ ) / ( σ / √n )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( 32 − 30 ) / ( 8 / √64 )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​Z = 2 / 1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​Z = 2.00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48"/>
          <p:cNvSpPr txBox="1">
            <a:spLocks/>
          </p:cNvSpPr>
          <p:nvPr/>
        </p:nvSpPr>
        <p:spPr>
          <a:xfrm>
            <a:off x="4825448" y="1586050"/>
            <a:ext cx="4031535" cy="325927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1400"/>
              </a:spcBef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Find the P-value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2.00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one-tail probability is approximately: 0.0228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this is a </a:t>
            </a: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two-tailed test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2(0.0228)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0.0456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>
            <a:spLocks noGrp="1"/>
          </p:cNvSpPr>
          <p:nvPr>
            <p:ph type="ctrTitle"/>
          </p:nvPr>
        </p:nvSpPr>
        <p:spPr>
          <a:xfrm>
            <a:off x="370141" y="63698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Solution 3: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49"/>
          <p:cNvSpPr txBox="1">
            <a:spLocks noGrp="1"/>
          </p:cNvSpPr>
          <p:nvPr>
            <p:ph type="subTitle" idx="1"/>
          </p:nvPr>
        </p:nvSpPr>
        <p:spPr>
          <a:xfrm>
            <a:off x="159774" y="1586050"/>
            <a:ext cx="7150455" cy="2608263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Compare P-value with α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0.0456     α = 0.05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Since, P &lt; α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Decision: 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 H0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: 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sufficient statistical evidence to conclude that the company's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delivery time is different from 30 minutes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>
            <a:spLocks noGrp="1"/>
          </p:cNvSpPr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Questions 4: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50"/>
          <p:cNvSpPr txBox="1">
            <a:spLocks noGrp="1"/>
          </p:cNvSpPr>
          <p:nvPr>
            <p:ph type="subTitle" idx="1"/>
          </p:nvPr>
        </p:nvSpPr>
        <p:spPr>
          <a:xfrm>
            <a:off x="159775" y="1586050"/>
            <a:ext cx="8682300" cy="2722563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 4: 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e-commerce company claims that its customers spend an average of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₹2,000 per order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sample of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customers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gives: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mean =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₹2,060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 =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₹300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level =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0.05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whether the average customer spending is greater than ₹2,000.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1"/>
          <p:cNvSpPr txBox="1">
            <a:spLocks noGrp="1"/>
          </p:cNvSpPr>
          <p:nvPr>
            <p:ph type="ctrTitle"/>
          </p:nvPr>
        </p:nvSpPr>
        <p:spPr>
          <a:xfrm>
            <a:off x="429776" y="541296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dirty="0">
                <a:latin typeface="Times New Roman"/>
                <a:ea typeface="Times New Roman"/>
                <a:cs typeface="Times New Roman"/>
                <a:sym typeface="Times New Roman"/>
              </a:rPr>
              <a:t>Solution 4: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51"/>
          <p:cNvSpPr txBox="1">
            <a:spLocks noGrp="1"/>
          </p:cNvSpPr>
          <p:nvPr>
            <p:ph type="subTitle" idx="1"/>
          </p:nvPr>
        </p:nvSpPr>
        <p:spPr>
          <a:xfrm>
            <a:off x="189592" y="1319544"/>
            <a:ext cx="4084234" cy="3689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Hypotheses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H0: μ = 2000 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H1: μ &gt; 2000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right-tailed test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</a:pPr>
            <a:r>
              <a:rPr lang="pl-PL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Calculate Z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</a:pPr>
            <a:r>
              <a:rPr lang="pl-PL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 xˉ − μ ) / ( σ / </a:t>
            </a:r>
            <a:r>
              <a:rPr lang="pl-PL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√</a:t>
            </a:r>
            <a:r>
              <a:rPr lang="pl-PL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) 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</a:pPr>
            <a:r>
              <a:rPr lang="pl-PL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( 2060 − 2000 ) / ( 300 / </a:t>
            </a:r>
            <a:r>
              <a:rPr lang="pl-PL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√</a:t>
            </a:r>
            <a:r>
              <a:rPr lang="pl-PL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100 )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l-PL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60 / 30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pl-PL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​Z = 2.00</a:t>
            </a:r>
            <a:endParaRPr lang="pl-PL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53"/>
          <p:cNvSpPr txBox="1">
            <a:spLocks/>
          </p:cNvSpPr>
          <p:nvPr/>
        </p:nvSpPr>
        <p:spPr>
          <a:xfrm>
            <a:off x="4403784" y="1319545"/>
            <a:ext cx="4437073" cy="36897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 spc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1400"/>
              </a:spcBef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Find P-value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right-tailed test with:     Z = 2.00     P = 0.0228​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Compare    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0.0228 &lt; α = 0.05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Decision:    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 H0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sufficient evidence to conclude that the </a:t>
            </a: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customer spending is greater than ₹2,000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4"/>
          <p:cNvSpPr txBox="1">
            <a:spLocks noGrp="1"/>
          </p:cNvSpPr>
          <p:nvPr>
            <p:ph type="ctrTitle"/>
          </p:nvPr>
        </p:nvSpPr>
        <p:spPr>
          <a:xfrm>
            <a:off x="727950" y="1375975"/>
            <a:ext cx="76881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latin typeface="Times New Roman"/>
                <a:ea typeface="Times New Roman"/>
                <a:cs typeface="Times New Roman"/>
                <a:sym typeface="Times New Roman"/>
              </a:rPr>
              <a:t>Note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54"/>
          <p:cNvSpPr txBox="1">
            <a:spLocks noGrp="1"/>
          </p:cNvSpPr>
          <p:nvPr>
            <p:ph type="subTitle" idx="1"/>
          </p:nvPr>
        </p:nvSpPr>
        <p:spPr>
          <a:xfrm>
            <a:off x="727950" y="1926275"/>
            <a:ext cx="8114100" cy="16667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P-value ≤ α ⇒ Reject H0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P-value &gt; α ⇒ Fail to reject H0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sample belongs to exactly one population, but many different samples can be drawn from the same population.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5"/>
          <p:cNvSpPr txBox="1">
            <a:spLocks noGrp="1"/>
          </p:cNvSpPr>
          <p:nvPr>
            <p:ph type="ctrTitle"/>
          </p:nvPr>
        </p:nvSpPr>
        <p:spPr>
          <a:xfrm>
            <a:off x="1678500" y="742350"/>
            <a:ext cx="6213000" cy="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 in Statistics</a:t>
            </a: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55"/>
          <p:cNvSpPr txBox="1">
            <a:spLocks noGrp="1"/>
          </p:cNvSpPr>
          <p:nvPr>
            <p:ph type="subTitle" idx="1"/>
          </p:nvPr>
        </p:nvSpPr>
        <p:spPr>
          <a:xfrm>
            <a:off x="291325" y="1755250"/>
            <a:ext cx="8499600" cy="3157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Statistical Errors?</a:t>
            </a:r>
            <a:endParaRPr sz="2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statistics, we make decisions about a </a:t>
            </a:r>
            <a:r>
              <a:rPr lang="en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using sample data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we are working with a sample, our decision may sometimes be incorrect.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statistical error occurs when the decision made from sample data is different from the actual truth about the population.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"/>
          <p:cNvSpPr txBox="1">
            <a:spLocks noGrp="1"/>
          </p:cNvSpPr>
          <p:nvPr>
            <p:ph type="subTitle" idx="1"/>
          </p:nvPr>
        </p:nvSpPr>
        <p:spPr>
          <a:xfrm>
            <a:off x="291325" y="1340100"/>
            <a:ext cx="8499600" cy="123165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 Error: 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Rejecting H0​ when H0​ is actually </a:t>
            </a: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II Error: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Failing to reject H0​ when H0​ is actually </a:t>
            </a:r>
            <a:r>
              <a:rPr lang="en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61" name="Google Shape;361;p56"/>
          <p:cNvGraphicFramePr/>
          <p:nvPr>
            <p:extLst>
              <p:ext uri="{D42A27DB-BD31-4B8C-83A1-F6EECF244321}">
                <p14:modId xmlns:p14="http://schemas.microsoft.com/office/powerpoint/2010/main" val="2729731415"/>
              </p:ext>
            </p:extLst>
          </p:nvPr>
        </p:nvGraphicFramePr>
        <p:xfrm>
          <a:off x="1429355" y="2855076"/>
          <a:ext cx="5751666" cy="1760700"/>
        </p:xfrm>
        <a:graphic>
          <a:graphicData uri="http://schemas.openxmlformats.org/drawingml/2006/table">
            <a:tbl>
              <a:tblPr>
                <a:noFill/>
                <a:tableStyleId>{55111C8B-B500-474E-9AE7-624160525A0A}</a:tableStyleId>
              </a:tblPr>
              <a:tblGrid>
                <a:gridCol w="191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4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Reality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Decision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Error?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(H0) is True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 (H0)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I Error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(H0) is False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Fail to Reject (H0)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II Error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7"/>
          <p:cNvSpPr txBox="1">
            <a:spLocks noGrp="1"/>
          </p:cNvSpPr>
          <p:nvPr>
            <p:ph type="subTitle" idx="1"/>
          </p:nvPr>
        </p:nvSpPr>
        <p:spPr>
          <a:xfrm>
            <a:off x="291325" y="1252700"/>
            <a:ext cx="8499600" cy="38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1: Medical Testing 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H0​: Patient does NOT have the disease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 Error - False Positive</a:t>
            </a: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patient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have the disease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the test says: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"Positive - Disease detected."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patient is incorrectly diagnosed as having the disease.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II Error - False Negative</a:t>
            </a: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patient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actually has the disease</a:t>
            </a: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the test says: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"Negative - Disease not detected."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disease is missed.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9"/>
          <p:cNvSpPr txBox="1">
            <a:spLocks noGrp="1"/>
          </p:cNvSpPr>
          <p:nvPr>
            <p:ph type="subTitle" idx="1"/>
          </p:nvPr>
        </p:nvSpPr>
        <p:spPr>
          <a:xfrm>
            <a:off x="291325" y="1198075"/>
            <a:ext cx="8499600" cy="36025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2: Fraud Detection 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H0​: The transaction is NOT fraudulent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 Error - False Positive</a:t>
            </a: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legitimate transaction is incorrectly flagged as: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"Fraudulent."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genuine customer may have their transaction blocked.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II Error - False Negative</a:t>
            </a: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fraudulent transaction is incorrectly classified as: </a:t>
            </a:r>
            <a:r>
              <a:rPr lang="e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"Legitimate."</a:t>
            </a: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fraud goes undetected.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2523</Words>
  <Application>Microsoft Office PowerPoint</Application>
  <PresentationFormat>On-screen Show (16:9)</PresentationFormat>
  <Paragraphs>328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Raleway</vt:lpstr>
      <vt:lpstr>Lato</vt:lpstr>
      <vt:lpstr>Times New Roman</vt:lpstr>
      <vt:lpstr>Streamline</vt:lpstr>
      <vt:lpstr>Why Do We Need Normal Distribution?</vt:lpstr>
      <vt:lpstr>PowerPoint Presentation</vt:lpstr>
      <vt:lpstr>Characteristics of Normal Distribution</vt:lpstr>
      <vt:lpstr>Parameters of Normal Distribution</vt:lpstr>
      <vt:lpstr>Applications of Normal Distribution</vt:lpstr>
      <vt:lpstr>Population vs Sample</vt:lpstr>
      <vt:lpstr>Use a Sample When: Population is extremely large. Studying the entire population is expensive. Data collection is time-consuming. Testing is destructive. Quick decisions are required. </vt:lpstr>
      <vt:lpstr>Sample Standard Deviation</vt:lpstr>
      <vt:lpstr>Why is Sampling Important?</vt:lpstr>
      <vt:lpstr>Population vs Sample</vt:lpstr>
      <vt:lpstr>Sampling Distribution</vt:lpstr>
      <vt:lpstr>Factors Influencing Sampling Distribution</vt:lpstr>
      <vt:lpstr>Standard Error (SE)</vt:lpstr>
      <vt:lpstr>Central Limit Theorem (CLT)</vt:lpstr>
      <vt:lpstr>Applications of CLT</vt:lpstr>
      <vt:lpstr>Z - Score</vt:lpstr>
      <vt:lpstr>Z - Score</vt:lpstr>
      <vt:lpstr>Z - Score</vt:lpstr>
      <vt:lpstr>Z - Score for Sample Mean</vt:lpstr>
      <vt:lpstr>Z - Score for Sample Mean</vt:lpstr>
      <vt:lpstr>PowerPoint Presentation</vt:lpstr>
      <vt:lpstr>Hypothesis Testing</vt:lpstr>
      <vt:lpstr>Hypothesis Testing</vt:lpstr>
      <vt:lpstr>Rejection Region</vt:lpstr>
      <vt:lpstr>PowerPoint Presentation</vt:lpstr>
      <vt:lpstr>P - Value</vt:lpstr>
      <vt:lpstr>Inferential Statistics Roadmap</vt:lpstr>
      <vt:lpstr>Hypothesis Testing</vt:lpstr>
      <vt:lpstr>Questions</vt:lpstr>
      <vt:lpstr>Solution</vt:lpstr>
      <vt:lpstr>Questions</vt:lpstr>
      <vt:lpstr>Questions</vt:lpstr>
      <vt:lpstr>Questions</vt:lpstr>
      <vt:lpstr>Solution</vt:lpstr>
      <vt:lpstr>Solution 3:</vt:lpstr>
      <vt:lpstr>Solution 3:</vt:lpstr>
      <vt:lpstr>Questions 4:</vt:lpstr>
      <vt:lpstr>Solution 4:</vt:lpstr>
      <vt:lpstr>Note</vt:lpstr>
      <vt:lpstr>Errors in Statistics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Aman Singh</cp:lastModifiedBy>
  <cp:revision>1</cp:revision>
  <dcterms:modified xsi:type="dcterms:W3CDTF">2026-09-25T10:13:28Z</dcterms:modified>
</cp:coreProperties>
</file>