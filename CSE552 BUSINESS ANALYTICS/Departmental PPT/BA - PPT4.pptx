
<file path=[Content_Types].xml><?xml version="1.0" encoding="utf-8"?>
<Types xmlns="http://schemas.openxmlformats.org/package/2006/content-types">
  <Default ContentType="application/x-fontdata" Extension="fntdata"/>
  <Default ContentType="application/xml" Extension="xml"/>
  <Default ContentType="image/png" Extension="png"/>
  <Default ContentType="application/vnd.openxmlformats-officedocument.obfuscatedFont" Extension="odttf"/>
  <Default ContentType="application/vnd.openxmlformats-package.relationships+xml" Extension="rels"/>
  <Override ContentType="application/vnd.openxmlformats-officedocument.presentationml.notesSlide+xml" PartName="/ppt/notesSlides/notesSlide6.xml"/>
  <Override ContentType="application/vnd.openxmlformats-officedocument.presentationml.notesSlide+xml" PartName="/ppt/notesSlides/notesSlide12.xml"/>
  <Override ContentType="application/vnd.openxmlformats-officedocument.presentationml.notesSlide+xml" PartName="/ppt/notesSlides/notesSlide1.xml"/>
  <Override ContentType="application/vnd.openxmlformats-officedocument.presentationml.notesSlide+xml" PartName="/ppt/notesSlides/notesSlide3.xml"/>
  <Override ContentType="application/vnd.openxmlformats-officedocument.presentationml.notesSlide+xml" PartName="/ppt/notesSlides/notesSlide9.xml"/>
  <Override ContentType="application/vnd.openxmlformats-officedocument.presentationml.notesSlide+xml" PartName="/ppt/notesSlides/notesSlide8.xml"/>
  <Override ContentType="application/vnd.openxmlformats-officedocument.presentationml.notesSlide+xml" PartName="/ppt/notesSlides/notesSlide7.xml"/>
  <Override ContentType="application/vnd.openxmlformats-officedocument.presentationml.notesSlide+xml" PartName="/ppt/notesSlides/notesSlide11.xml"/>
  <Override ContentType="application/vnd.openxmlformats-officedocument.presentationml.notesSlide+xml" PartName="/ppt/notesSlides/notesSlide2.xml"/>
  <Override ContentType="application/vnd.openxmlformats-officedocument.presentationml.notesSlide+xml" PartName="/ppt/notesSlides/notesSlide5.xml"/>
  <Override ContentType="application/vnd.openxmlformats-officedocument.presentationml.notesSlide+xml" PartName="/ppt/notesSlides/notesSlide4.xml"/>
  <Override ContentType="application/vnd.openxmlformats-officedocument.presentationml.notesSlide+xml" PartName="/ppt/notesSlides/notesSlide10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11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2.xml"/>
  <Override ContentType="application/vnd.openxmlformats-officedocument.presentationml.slide+xml" PartName="/ppt/slides/slide4.xml"/>
  <Override ContentType="application/vnd.openxmlformats-officedocument.presentationml.slide+xml" PartName="/ppt/slides/slide11.xml"/>
  <Override ContentType="application/vnd.openxmlformats-officedocument.presentationml.slide+xml" PartName="/ppt/slides/slide1.xml"/>
  <Override ContentType="application/vnd.openxmlformats-officedocument.presentationml.slide+xml" PartName="/ppt/slides/slide10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6.xml"/>
  <Override ContentType="application/vnd.openxmlformats-officedocument.presentationml.slide+xml" PartName="/ppt/slides/slide9.xml"/>
  <Override ContentType="application/vnd.openxmlformats-officedocument.presentationml.slide+xml" PartName="/ppt/slides/slide5.xml"/>
  <Override ContentType="application/vnd.openxmlformats-officedocument.presentationml.slide+xml" PartName="/ppt/slides/slide8.xml"/>
  <Override ContentType="application/vnd.openxmlformats-officedocument.presentationml.slide+xml" PartName="/ppt/slides/slide7.xml"/>
  <Override ContentType="application/vnd.openxmlformats-officedocument.presentationml.notesMaster+xml" PartName="/ppt/notesMasters/notesMaster1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theme+xml" PartName="/ppt/theme/theme1.xml"/>
  <Override ContentType="application/vnd.openxmlformats-officedocument.theme+xml" PartName="/ppt/theme/theme2.xml"/>
  <Override ContentType="application/vnd.openxmlformats-officedocument.presentationml.viewProps+xml" PartName="/ppt/viewProps.xml"/>
</Types>
</file>

<file path=_rels/.rels><?xml version="1.0" encoding="UTF-8" standalone="yes"?><Relationships xmlns="http://schemas.openxmlformats.org/package/2006/relationships"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autoCompressPictures="0" embedTrueTypeFonts="1" strictFirstAndLastChars="0" saveSubsetFonts="1">
  <p:sldMasterIdLst>
    <p:sldMasterId id="2147483659" r:id="rId5"/>
  </p:sldMasterIdLst>
  <p:notesMasterIdLst>
    <p:notesMasterId r:id="rId6"/>
  </p:notes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y="10287000" cx="18288000"/>
  <p:notesSz cx="6858000" cy="9144000"/>
  <p:embeddedFontLst>
    <p:embeddedFont>
      <p:font typeface="Century Gothic"/>
      <p:bold r:id="rId19"/>
      <p:boldItalic r:id="rId20"/>
    </p:embeddedFont>
    <p:embeddedFont>
      <p:font typeface="Open Sans"/>
      <p:bold r:id="rId21"/>
      <p:boldItalic r:id="rId22"/>
    </p:embeddedFont>
  </p:embeddedFontLst>
  <p:defaultText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>
        <p15:guide id="1" orient="horz" pos="2160">
          <p15:clr>
            <a:srgbClr val="000000"/>
          </p15:clr>
        </p15:guide>
        <p15:guide id="2" pos="2880">
          <p15:clr>
            <a:srgbClr val="000000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/>
</file>

<file path=ppt/tableStyles.xml><?xml version="1.0" encoding="utf-8"?>
<a:tblStyleLst xmlns:a="http://schemas.openxmlformats.org/drawingml/2006/main" xmlns:r="http://schemas.openxmlformats.org/officeDocument/2006/relationships" def="{0DB2D8F8-8E34-4929-A9CB-50814C05ECFF}">
  <a:tblStyle styleId="{0DB2D8F8-8E34-4929-A9CB-50814C05ECFF}" styleName="Table_0">
    <a:wholeTbl>
      <a:tcTxStyle>
        <a:font>
          <a:latin typeface="Arial"/>
          <a:ea typeface="Arial"/>
          <a:cs typeface="Arial"/>
        </a:font>
        <a:srgbClr val="000000"/>
      </a:tcTxStyle>
    </a:wholeTbl>
    <a:band1H>
      <a:tcTxStyle/>
    </a:band1H>
    <a:band2H>
      <a:tcTxStyle/>
    </a:band2H>
    <a:band1V>
      <a:tcTxStyle/>
    </a:band1V>
    <a:band2V>
      <a:tcTxStyle/>
    </a:band2V>
    <a:lastCol>
      <a:tcTxStyle/>
    </a:lastCol>
    <a:firstCol>
      <a:tcTxStyle/>
    </a:firstCol>
    <a:lastRow>
      <a:tcTxStyle/>
    </a:lastRow>
    <a:seCell>
      <a:tcTxStyle/>
    </a:seCell>
    <a:swCell>
      <a:tcTxStyle/>
    </a:swCell>
    <a:firstRow>
      <a:tcTxStyle/>
    </a:firstRow>
    <a:neCell>
      <a:tcTxStyle/>
    </a:neCell>
    <a:nwCell>
      <a:tcTxStyle/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Comments="0">
  <p:slideViewPr>
    <p:cSldViewPr snapToGrid="0">
      <p:cViewPr varScale="1">
        <p:scale>
          <a:sx n="100" d="100"/>
          <a:sy n="100" d="100"/>
        </p:scale>
        <p:origin x="0" y="0"/>
      </p:cViewPr>
      <p:guideLst>
        <p:guide pos="2160" orient="horz"/>
        <p:guide pos="2880"/>
      </p:guideLst>
    </p:cSldViewPr>
  </p:slideViewPr>
</p:viewPr>
</file>

<file path=ppt/_rels/presentation.xml.rels><?xml version="1.0" encoding="UTF-8" standalone="yes"?><Relationships xmlns="http://schemas.openxmlformats.org/package/2006/relationships"><Relationship Id="rId20" Type="http://schemas.openxmlformats.org/officeDocument/2006/relationships/font" Target="fonts/CenturyGothic-boldItalic.fntdata"/><Relationship Id="rId11" Type="http://schemas.openxmlformats.org/officeDocument/2006/relationships/slide" Target="slides/slide5.xml"/><Relationship Id="rId22" Type="http://schemas.openxmlformats.org/officeDocument/2006/relationships/font" Target="fonts/OpenSans-boldItalic.fntdata"/><Relationship Id="rId10" Type="http://schemas.openxmlformats.org/officeDocument/2006/relationships/slide" Target="slides/slide4.xml"/><Relationship Id="rId21" Type="http://schemas.openxmlformats.org/officeDocument/2006/relationships/font" Target="fonts/OpenSans-bold.fntdata"/><Relationship Id="rId13" Type="http://schemas.openxmlformats.org/officeDocument/2006/relationships/slide" Target="slides/slide7.xml"/><Relationship Id="rId12" Type="http://schemas.openxmlformats.org/officeDocument/2006/relationships/slide" Target="slides/slide6.xml"/><Relationship Id="rId1" Type="http://schemas.openxmlformats.org/officeDocument/2006/relationships/theme" Target="theme/theme1.xml"/><Relationship Id="rId2" Type="http://schemas.openxmlformats.org/officeDocument/2006/relationships/viewProps" Target="viewProps.xml"/><Relationship Id="rId3" Type="http://schemas.openxmlformats.org/officeDocument/2006/relationships/presProps" Target="presProps.xml"/><Relationship Id="rId4" Type="http://schemas.openxmlformats.org/officeDocument/2006/relationships/tableStyles" Target="tableStyles.xml"/><Relationship Id="rId9" Type="http://schemas.openxmlformats.org/officeDocument/2006/relationships/slide" Target="slides/slide3.xml"/><Relationship Id="rId15" Type="http://schemas.openxmlformats.org/officeDocument/2006/relationships/slide" Target="slides/slide9.xml"/><Relationship Id="rId14" Type="http://schemas.openxmlformats.org/officeDocument/2006/relationships/slide" Target="slides/slide8.xml"/><Relationship Id="rId17" Type="http://schemas.openxmlformats.org/officeDocument/2006/relationships/slide" Target="slides/slide11.xml"/><Relationship Id="rId16" Type="http://schemas.openxmlformats.org/officeDocument/2006/relationships/slide" Target="slides/slide10.xml"/><Relationship Id="rId5" Type="http://schemas.openxmlformats.org/officeDocument/2006/relationships/slideMaster" Target="slideMasters/slideMaster1.xml"/><Relationship Id="rId19" Type="http://schemas.openxmlformats.org/officeDocument/2006/relationships/font" Target="fonts/CenturyGothic-bold.fntdata"/><Relationship Id="rId6" Type="http://schemas.openxmlformats.org/officeDocument/2006/relationships/notesMaster" Target="notesMasters/notesMaster1.xml"/><Relationship Id="rId18" Type="http://schemas.openxmlformats.org/officeDocument/2006/relationships/slide" Target="slides/slide12.xml"/><Relationship Id="rId7" Type="http://schemas.openxmlformats.org/officeDocument/2006/relationships/slide" Target="slides/slide1.xml"/><Relationship Id="rId8" Type="http://schemas.openxmlformats.org/officeDocument/2006/relationships/slide" Target="slides/slide2.xml"/></Relationships>
</file>

<file path=ppt/notesMasters/_rels/notesMaster1.xml.rels><?xml version="1.0" encoding="UTF-8" standalone="yes"?>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cap="flat" cmpd="sng" w="9525">
            <a:solidFill>
              <a:srgbClr val="000000"/>
            </a:solidFill>
            <a:prstDash val="solid"/>
            <a:round/>
            <a:headEnd len="sm" w="sm" type="none"/>
            <a:tailEnd len="sm" w="sm" type="none"/>
          </a:ln>
        </p:spPr>
      </p:sp>
      <p:sp>
        <p:nvSpPr>
          <p:cNvPr id="4" name="Google Shape;4;n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  <a:noFill/>
          <a:ln>
            <a:noFill/>
          </a:ln>
        </p:spPr>
        <p:txBody>
          <a:bodyPr anchorCtr="0" anchor="t" bIns="91425" lIns="91425" spcFirstLastPara="1" rIns="91425" wrap="square" tIns="91425">
            <a:noAutofit/>
          </a:bodyPr>
          <a:lstStyle>
            <a:lvl1pPr indent="-298450" lvl="0" marL="4572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1pPr>
            <a:lvl2pPr indent="-298450" lvl="1" marL="9144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2pPr>
            <a:lvl3pPr indent="-298450" lvl="2" marL="13716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3pPr>
            <a:lvl4pPr indent="-298450" lvl="3" marL="18288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4pPr>
            <a:lvl5pPr indent="-298450" lvl="4" marL="22860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5pPr>
            <a:lvl6pPr indent="-298450" lvl="5" marL="27432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6pPr>
            <a:lvl7pPr indent="-298450" lvl="6" marL="3200400">
              <a:spcBef>
                <a:spcPts val="0"/>
              </a:spcBef>
              <a:spcAft>
                <a:spcPts val="0"/>
              </a:spcAft>
              <a:buSzPts val="1100"/>
              <a:buChar char="●"/>
              <a:defRPr sz="1100"/>
            </a:lvl7pPr>
            <a:lvl8pPr indent="-298450" lvl="7" marL="3657600">
              <a:spcBef>
                <a:spcPts val="0"/>
              </a:spcBef>
              <a:spcAft>
                <a:spcPts val="0"/>
              </a:spcAft>
              <a:buSzPts val="1100"/>
              <a:buChar char="○"/>
              <a:defRPr sz="1100"/>
            </a:lvl8pPr>
            <a:lvl9pPr indent="-298450" lvl="8" marL="4114800">
              <a:spcBef>
                <a:spcPts val="0"/>
              </a:spcBef>
              <a:spcAft>
                <a:spcPts val="0"/>
              </a:spcAft>
              <a:buSzPts val="1100"/>
              <a:buChar char="■"/>
              <a:defRPr sz="1100"/>
            </a:lvl9pPr>
          </a:lstStyle>
          <a:p/>
        </p:txBody>
      </p:sp>
    </p:spTree>
  </p:cSld>
  <p:clrMap accent1="accent1" accent2="accent2" accent3="accent3" accent4="accent4" accent5="accent5" accent6="accent6" bg1="lt1" bg2="dk2" tx1="dk1" tx2="lt2" folHlink="folHlink" hlink="hlink"/>
  <p:notesStyle>
    <a:defPPr lvl="0" marR="0" rtl="0" algn="l">
      <a:lnSpc>
        <a:spcPct val="100000"/>
      </a:lnSpc>
      <a:spcBef>
        <a:spcPts val="0"/>
      </a:spcBef>
      <a:spcAft>
        <a:spcPts val="0"/>
      </a:spcAft>
    </a:defPPr>
    <a:lvl1pPr lvl="0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1pPr>
    <a:lvl2pPr lvl="1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2pPr>
    <a:lvl3pPr lvl="2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3pPr>
    <a:lvl4pPr lvl="3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4pPr>
    <a:lvl5pPr lvl="4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5pPr>
    <a:lvl6pPr lvl="5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6pPr>
    <a:lvl7pPr lvl="6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7pPr>
    <a:lvl8pPr lvl="7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8pPr>
    <a:lvl9pPr lvl="8" marR="0" rtl="0" algn="l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b="0" i="0" sz="1400" u="none" cap="none" strike="noStrik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<Relationships xmlns="http://schemas.openxmlformats.org/package/2006/relationships"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80" name="Shape 8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Google Shape;81;p1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82" name="Google Shape;82;p1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92" name="Shape 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3" name="Google Shape;93;p2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94" name="Google Shape;94;p2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05" name="Shape 10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Google Shape;106;p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07" name="Google Shape;107;p3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19" name="Shape 11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0" name="Google Shape;120;p4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21" name="Google Shape;121;p4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31" name="Shape 13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Google Shape;132;p5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33" name="Google Shape;133;p5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44" name="Shape 14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5" name="Google Shape;145;p6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46" name="Google Shape;146;p6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58" name="Shape 1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9" name="Google Shape;159;p7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60" name="Google Shape;160;p7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72" name="Shape 17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3" name="Google Shape;173;p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174" name="Google Shape;174;p8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84" name="Shape 18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5" name="Google Shape;185;g3f97087abd4_0_8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86" name="Google Shape;186;g3f97087abd4_0_8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197" name="Shape 19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8" name="Google Shape;198;g3f97087abd4_0_23:notes"/>
          <p:cNvSpPr/>
          <p:nvPr>
            <p:ph idx="2" type="sldImg"/>
          </p:nvPr>
        </p:nvSpPr>
        <p:spPr>
          <a:xfrm>
            <a:off x="1143225" y="685800"/>
            <a:ext cx="4572300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199" name="Google Shape;199;g3f97087abd4_0_23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09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9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11" name="Google Shape;211;p9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showMasterPhAnim="0" showMasterSp="0">
  <p:cSld>
    <p:spTree>
      <p:nvGrpSpPr>
        <p:cNvPr id="223" name="Shape 22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4" name="Google Shape;224;p10:notes"/>
          <p:cNvSpPr txBox="1"/>
          <p:nvPr>
            <p:ph idx="1" type="body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anchorCtr="0" anchor="t" bIns="91425" lIns="91425" spcFirstLastPara="1" rIns="91425" wrap="square" tIns="91425">
            <a:noAutofit/>
          </a:bodyPr>
          <a:lstStyle/>
          <a:p>
            <a:pPr indent="0" lvl="0" marL="0" rtl="0" algn="l"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/>
          </a:p>
        </p:txBody>
      </p:sp>
      <p:sp>
        <p:nvSpPr>
          <p:cNvPr id="225" name="Google Shape;225;p10:notes"/>
          <p:cNvSpPr/>
          <p:nvPr>
            <p:ph idx="2" type="sldImg"/>
          </p:nvPr>
        </p:nvSpPr>
        <p:spPr>
          <a:xfrm>
            <a:off x="1143225" y="685800"/>
            <a:ext cx="4572225" cy="3429000"/>
          </a:xfrm>
          <a:custGeom>
            <a:rect b="b" l="l" r="r" t="t"/>
            <a:pathLst>
              <a:path extrusionOk="0" h="120000" w="12000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slideLayouts/_rels/slideLayout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Blank" type="blank">
  <p:cSld name="BLANK">
    <p:spTree>
      <p:nvGrpSpPr>
        <p:cNvPr id="11" name="Shape 1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" name="Google Shape;12;p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3" name="Google Shape;13;p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4" name="Google Shape;14;p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Slide" type="title">
  <p:cSld name="TITLE">
    <p:spTree>
      <p:nvGrpSpPr>
        <p:cNvPr id="15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"/>
          <p:cNvSpPr txBox="1"/>
          <p:nvPr>
            <p:ph type="ctrTitle"/>
          </p:nvPr>
        </p:nvSpPr>
        <p:spPr>
          <a:xfrm>
            <a:off x="685800" y="2130425"/>
            <a:ext cx="7772400" cy="14700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7" name="Google Shape;17;p3"/>
          <p:cNvSpPr txBox="1"/>
          <p:nvPr>
            <p:ph idx="1" type="subTitle"/>
          </p:nvPr>
        </p:nvSpPr>
        <p:spPr>
          <a:xfrm>
            <a:off x="1371600" y="3886200"/>
            <a:ext cx="6400800" cy="1752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ctr">
              <a:spcBef>
                <a:spcPts val="640"/>
              </a:spcBef>
              <a:spcAft>
                <a:spcPts val="0"/>
              </a:spcAft>
              <a:buClr>
                <a:srgbClr val="888888"/>
              </a:buClr>
              <a:buSzPts val="3200"/>
              <a:buNone/>
              <a:defRPr>
                <a:solidFill>
                  <a:srgbClr val="888888"/>
                </a:solidFill>
              </a:defRPr>
            </a:lvl1pPr>
            <a:lvl2pPr lvl="1" algn="ctr">
              <a:spcBef>
                <a:spcPts val="560"/>
              </a:spcBef>
              <a:spcAft>
                <a:spcPts val="0"/>
              </a:spcAft>
              <a:buClr>
                <a:srgbClr val="888888"/>
              </a:buClr>
              <a:buSzPts val="2800"/>
              <a:buNone/>
              <a:defRPr>
                <a:solidFill>
                  <a:srgbClr val="888888"/>
                </a:solidFill>
              </a:defRPr>
            </a:lvl2pPr>
            <a:lvl3pPr lvl="2" algn="ctr">
              <a:spcBef>
                <a:spcPts val="480"/>
              </a:spcBef>
              <a:spcAft>
                <a:spcPts val="0"/>
              </a:spcAft>
              <a:buClr>
                <a:srgbClr val="888888"/>
              </a:buClr>
              <a:buSzPts val="2400"/>
              <a:buNone/>
              <a:defRPr>
                <a:solidFill>
                  <a:srgbClr val="888888"/>
                </a:solidFill>
              </a:defRPr>
            </a:lvl3pPr>
            <a:lvl4pPr lvl="3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4pPr>
            <a:lvl5pPr lvl="4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5pPr>
            <a:lvl6pPr lvl="5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6pPr>
            <a:lvl7pPr lvl="6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7pPr>
            <a:lvl8pPr lvl="7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8pPr>
            <a:lvl9pPr lvl="8" algn="ctr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18" name="Google Shape;18;p3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19" name="Google Shape;19;p3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0" name="Google Shape;20;p3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Content" type="obj">
  <p:cSld name="OBJECT">
    <p:spTree>
      <p:nvGrpSpPr>
        <p:cNvPr id="2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3" name="Google Shape;23;p4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24" name="Google Shape;24;p4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5" name="Google Shape;25;p4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6" name="Google Shape;26;p4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Section Header" type="secHead">
  <p:cSld name="SECTION_HEADER">
    <p:spTree>
      <p:nvGrpSpPr>
        <p:cNvPr id="27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5"/>
          <p:cNvSpPr txBox="1"/>
          <p:nvPr>
            <p:ph type="title"/>
          </p:nvPr>
        </p:nvSpPr>
        <p:spPr>
          <a:xfrm>
            <a:off x="722313" y="4406900"/>
            <a:ext cx="7772400" cy="1362075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000"/>
              <a:buFont typeface="Calibri"/>
              <a:buNone/>
              <a:defRPr b="1" sz="4000" cap="none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29" name="Google Shape;29;p5"/>
          <p:cNvSpPr txBox="1"/>
          <p:nvPr>
            <p:ph idx="1" type="body"/>
          </p:nvPr>
        </p:nvSpPr>
        <p:spPr>
          <a:xfrm>
            <a:off x="722313" y="2906713"/>
            <a:ext cx="7772400" cy="1500187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00"/>
              </a:spcBef>
              <a:spcAft>
                <a:spcPts val="0"/>
              </a:spcAft>
              <a:buClr>
                <a:srgbClr val="888888"/>
              </a:buClr>
              <a:buSzPts val="2000"/>
              <a:buNone/>
              <a:defRPr sz="2000">
                <a:solidFill>
                  <a:srgbClr val="888888"/>
                </a:solidFill>
              </a:defRPr>
            </a:lvl1pPr>
            <a:lvl2pPr indent="-228600" lvl="1" marL="914400" algn="l">
              <a:spcBef>
                <a:spcPts val="360"/>
              </a:spcBef>
              <a:spcAft>
                <a:spcPts val="0"/>
              </a:spcAft>
              <a:buClr>
                <a:srgbClr val="888888"/>
              </a:buClr>
              <a:buSzPts val="1800"/>
              <a:buNone/>
              <a:defRPr sz="1800">
                <a:solidFill>
                  <a:srgbClr val="888888"/>
                </a:solidFill>
              </a:defRPr>
            </a:lvl2pPr>
            <a:lvl3pPr indent="-228600" lvl="2" marL="1371600" algn="l">
              <a:spcBef>
                <a:spcPts val="320"/>
              </a:spcBef>
              <a:spcAft>
                <a:spcPts val="0"/>
              </a:spcAft>
              <a:buClr>
                <a:srgbClr val="888888"/>
              </a:buClr>
              <a:buSzPts val="1600"/>
              <a:buNone/>
              <a:defRPr sz="1600">
                <a:solidFill>
                  <a:srgbClr val="888888"/>
                </a:solidFill>
              </a:defRPr>
            </a:lvl3pPr>
            <a:lvl4pPr indent="-228600" lvl="3" marL="1828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4pPr>
            <a:lvl5pPr indent="-228600" lvl="4" marL="22860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5pPr>
            <a:lvl6pPr indent="-228600" lvl="5" marL="27432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6pPr>
            <a:lvl7pPr indent="-228600" lvl="6" marL="32004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7pPr>
            <a:lvl8pPr indent="-228600" lvl="7" marL="36576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8pPr>
            <a:lvl9pPr indent="-228600" lvl="8" marL="4114800" algn="l">
              <a:spcBef>
                <a:spcPts val="280"/>
              </a:spcBef>
              <a:spcAft>
                <a:spcPts val="0"/>
              </a:spcAft>
              <a:buClr>
                <a:srgbClr val="888888"/>
              </a:buClr>
              <a:buSzPts val="1400"/>
              <a:buNone/>
              <a:defRPr sz="1400">
                <a:solidFill>
                  <a:srgbClr val="888888"/>
                </a:solidFill>
              </a:defRPr>
            </a:lvl9pPr>
          </a:lstStyle>
          <a:p/>
        </p:txBody>
      </p:sp>
      <p:sp>
        <p:nvSpPr>
          <p:cNvPr id="30" name="Google Shape;30;p5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1" name="Google Shape;31;p5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2" name="Google Shape;32;p5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wo Content" type="twoObj">
  <p:cSld name="TWO_OBJECTS">
    <p:spTree>
      <p:nvGrpSpPr>
        <p:cNvPr id="33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6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5" name="Google Shape;35;p6"/>
          <p:cNvSpPr txBox="1"/>
          <p:nvPr>
            <p:ph idx="1" type="body"/>
          </p:nvPr>
        </p:nvSpPr>
        <p:spPr>
          <a:xfrm>
            <a:off x="457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6" name="Google Shape;36;p6"/>
          <p:cNvSpPr txBox="1"/>
          <p:nvPr>
            <p:ph idx="2" type="body"/>
          </p:nvPr>
        </p:nvSpPr>
        <p:spPr>
          <a:xfrm>
            <a:off x="4648200" y="1600200"/>
            <a:ext cx="4038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06400" lvl="0" marL="4572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•"/>
              <a:defRPr sz="2800"/>
            </a:lvl1pPr>
            <a:lvl2pPr indent="-381000" lvl="1" marL="9144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–"/>
              <a:defRPr sz="2400"/>
            </a:lvl2pPr>
            <a:lvl3pPr indent="-355600" lvl="2" marL="1371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 sz="1800"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 sz="1800"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9pPr>
          </a:lstStyle>
          <a:p/>
        </p:txBody>
      </p:sp>
      <p:sp>
        <p:nvSpPr>
          <p:cNvPr id="37" name="Google Shape;37;p6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8" name="Google Shape;38;p6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39" name="Google Shape;39;p6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mparison" type="twoTxTwoObj">
  <p:cSld name="TWO_OBJECTS_WITH_TEXT">
    <p:spTree>
      <p:nvGrpSpPr>
        <p:cNvPr id="40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7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2" name="Google Shape;42;p7"/>
          <p:cNvSpPr txBox="1"/>
          <p:nvPr>
            <p:ph idx="1" type="body"/>
          </p:nvPr>
        </p:nvSpPr>
        <p:spPr>
          <a:xfrm>
            <a:off x="457200" y="1535113"/>
            <a:ext cx="4040188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3" name="Google Shape;43;p7"/>
          <p:cNvSpPr txBox="1"/>
          <p:nvPr>
            <p:ph idx="2" type="body"/>
          </p:nvPr>
        </p:nvSpPr>
        <p:spPr>
          <a:xfrm>
            <a:off x="457200" y="2174875"/>
            <a:ext cx="4040188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4" name="Google Shape;44;p7"/>
          <p:cNvSpPr txBox="1"/>
          <p:nvPr>
            <p:ph idx="3" type="body"/>
          </p:nvPr>
        </p:nvSpPr>
        <p:spPr>
          <a:xfrm>
            <a:off x="4645025" y="1535113"/>
            <a:ext cx="4041775" cy="639762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None/>
              <a:defRPr b="1" sz="2400"/>
            </a:lvl1pPr>
            <a:lvl2pPr indent="-228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None/>
              <a:defRPr b="1" sz="2000"/>
            </a:lvl2pPr>
            <a:lvl3pPr indent="-2286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 b="1" sz="1800"/>
            </a:lvl3pPr>
            <a:lvl4pPr indent="-2286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4pPr>
            <a:lvl5pPr indent="-2286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5pPr>
            <a:lvl6pPr indent="-2286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6pPr>
            <a:lvl7pPr indent="-2286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7pPr>
            <a:lvl8pPr indent="-2286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8pPr>
            <a:lvl9pPr indent="-2286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None/>
              <a:defRPr b="1" sz="1600"/>
            </a:lvl9pPr>
          </a:lstStyle>
          <a:p/>
        </p:txBody>
      </p:sp>
      <p:sp>
        <p:nvSpPr>
          <p:cNvPr id="45" name="Google Shape;45;p7"/>
          <p:cNvSpPr txBox="1"/>
          <p:nvPr>
            <p:ph idx="4" type="body"/>
          </p:nvPr>
        </p:nvSpPr>
        <p:spPr>
          <a:xfrm>
            <a:off x="4645025" y="2174875"/>
            <a:ext cx="4041775" cy="3951288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81000" lvl="0" marL="4572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1pPr>
            <a:lvl2pPr indent="-355600" lvl="1" marL="914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 sz="1800"/>
            </a:lvl3pPr>
            <a:lvl4pPr indent="-330200" lvl="3" marL="1828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–"/>
              <a:defRPr sz="1600"/>
            </a:lvl4pPr>
            <a:lvl5pPr indent="-330200" lvl="4" marL="22860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»"/>
              <a:defRPr sz="1600"/>
            </a:lvl5pPr>
            <a:lvl6pPr indent="-330200" lvl="5" marL="27432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6pPr>
            <a:lvl7pPr indent="-330200" lvl="6" marL="32004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7pPr>
            <a:lvl8pPr indent="-330200" lvl="7" marL="36576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8pPr>
            <a:lvl9pPr indent="-330200" lvl="8" marL="4114800" algn="l">
              <a:spcBef>
                <a:spcPts val="320"/>
              </a:spcBef>
              <a:spcAft>
                <a:spcPts val="0"/>
              </a:spcAft>
              <a:buClr>
                <a:schemeClr val="dk1"/>
              </a:buClr>
              <a:buSzPts val="1600"/>
              <a:buChar char="•"/>
              <a:defRPr sz="1600"/>
            </a:lvl9pPr>
          </a:lstStyle>
          <a:p/>
        </p:txBody>
      </p:sp>
      <p:sp>
        <p:nvSpPr>
          <p:cNvPr id="46" name="Google Shape;46;p7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7" name="Google Shape;47;p7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48" name="Google Shape;48;p7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Only" type="titleOnly">
  <p:cSld name="TITLE_ONLY">
    <p:spTree>
      <p:nvGrpSpPr>
        <p:cNvPr id="49" name="Shape 4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0" name="Google Shape;50;p8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1" name="Google Shape;51;p8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2" name="Google Shape;52;p8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3" name="Google Shape;53;p8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Content with Caption" type="objTx">
  <p:cSld name="OBJECT_WITH_CAPTION_TEXT">
    <p:spTree>
      <p:nvGrpSpPr>
        <p:cNvPr id="54" name="Shape 5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5" name="Google Shape;55;p9"/>
          <p:cNvSpPr txBox="1"/>
          <p:nvPr>
            <p:ph type="title"/>
          </p:nvPr>
        </p:nvSpPr>
        <p:spPr>
          <a:xfrm>
            <a:off x="457200" y="273050"/>
            <a:ext cx="3008313" cy="1162050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6" name="Google Shape;56;p9"/>
          <p:cNvSpPr txBox="1"/>
          <p:nvPr>
            <p:ph idx="1" type="body"/>
          </p:nvPr>
        </p:nvSpPr>
        <p:spPr>
          <a:xfrm>
            <a:off x="3575050" y="273050"/>
            <a:ext cx="5111750" cy="585311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Char char="•"/>
              <a:defRPr sz="3200"/>
            </a:lvl1pPr>
            <a:lvl2pPr indent="-406400" lvl="1" marL="91440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Char char="–"/>
              <a:defRPr sz="2800"/>
            </a:lvl2pPr>
            <a:lvl3pPr indent="-381000" lvl="2" marL="137160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Char char="•"/>
              <a:defRPr sz="2400"/>
            </a:lvl3pPr>
            <a:lvl4pPr indent="-355600" lvl="3" marL="1828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–"/>
              <a:defRPr sz="2000"/>
            </a:lvl4pPr>
            <a:lvl5pPr indent="-355600" lvl="4" marL="22860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»"/>
              <a:defRPr sz="2000"/>
            </a:lvl5pPr>
            <a:lvl6pPr indent="-355600" lvl="5" marL="27432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6pPr>
            <a:lvl7pPr indent="-355600" lvl="6" marL="32004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7pPr>
            <a:lvl8pPr indent="-355600" lvl="7" marL="36576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8pPr>
            <a:lvl9pPr indent="-355600" lvl="8" marL="411480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Char char="•"/>
              <a:defRPr sz="2000"/>
            </a:lvl9pPr>
          </a:lstStyle>
          <a:p/>
        </p:txBody>
      </p:sp>
      <p:sp>
        <p:nvSpPr>
          <p:cNvPr id="57" name="Google Shape;57;p9"/>
          <p:cNvSpPr txBox="1"/>
          <p:nvPr>
            <p:ph idx="2" type="body"/>
          </p:nvPr>
        </p:nvSpPr>
        <p:spPr>
          <a:xfrm>
            <a:off x="457200" y="1435100"/>
            <a:ext cx="3008313" cy="46910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58" name="Google Shape;58;p9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59" name="Google Shape;59;p9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0" name="Google Shape;60;p9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Picture with Caption" type="picTx">
  <p:cSld name="PICTURE_WITH_CAPTION_TEXT">
    <p:spTree>
      <p:nvGrpSpPr>
        <p:cNvPr id="61" name="Shape 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2" name="Google Shape;62;p10"/>
          <p:cNvSpPr txBox="1"/>
          <p:nvPr>
            <p:ph type="title"/>
          </p:nvPr>
        </p:nvSpPr>
        <p:spPr>
          <a:xfrm>
            <a:off x="1792288" y="4800600"/>
            <a:ext cx="5486400" cy="566738"/>
          </a:xfrm>
          <a:prstGeom prst="rect">
            <a:avLst/>
          </a:prstGeom>
          <a:noFill/>
          <a:ln>
            <a:noFill/>
          </a:ln>
        </p:spPr>
        <p:txBody>
          <a:bodyPr anchorCtr="0" anchor="b" bIns="45700" lIns="91425" spcFirstLastPara="1" rIns="91425" wrap="square" tIns="45700">
            <a:norm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Calibri"/>
              <a:buNone/>
              <a:defRPr b="1" sz="2000"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3" name="Google Shape;63;p10"/>
          <p:cNvSpPr/>
          <p:nvPr>
            <p:ph idx="2" type="pic"/>
          </p:nvPr>
        </p:nvSpPr>
        <p:spPr>
          <a:xfrm>
            <a:off x="1792288" y="612775"/>
            <a:ext cx="5486400" cy="4114800"/>
          </a:xfrm>
          <a:prstGeom prst="rect">
            <a:avLst/>
          </a:prstGeom>
          <a:noFill/>
          <a:ln>
            <a:noFill/>
          </a:ln>
        </p:spPr>
      </p:sp>
      <p:sp>
        <p:nvSpPr>
          <p:cNvPr id="64" name="Google Shape;64;p10"/>
          <p:cNvSpPr txBox="1"/>
          <p:nvPr>
            <p:ph idx="1" type="body"/>
          </p:nvPr>
        </p:nvSpPr>
        <p:spPr>
          <a:xfrm>
            <a:off x="1792288" y="5367338"/>
            <a:ext cx="5486400" cy="804862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228600" lvl="0" marL="457200" algn="l">
              <a:spcBef>
                <a:spcPts val="280"/>
              </a:spcBef>
              <a:spcAft>
                <a:spcPts val="0"/>
              </a:spcAft>
              <a:buClr>
                <a:schemeClr val="dk1"/>
              </a:buClr>
              <a:buSzPts val="1400"/>
              <a:buNone/>
              <a:defRPr sz="1400"/>
            </a:lvl1pPr>
            <a:lvl2pPr indent="-228600" lvl="1" marL="914400" algn="l">
              <a:spcBef>
                <a:spcPts val="240"/>
              </a:spcBef>
              <a:spcAft>
                <a:spcPts val="0"/>
              </a:spcAft>
              <a:buClr>
                <a:schemeClr val="dk1"/>
              </a:buClr>
              <a:buSzPts val="1200"/>
              <a:buNone/>
              <a:defRPr sz="1200"/>
            </a:lvl2pPr>
            <a:lvl3pPr indent="-228600" lvl="2" marL="1371600" algn="l">
              <a:spcBef>
                <a:spcPts val="200"/>
              </a:spcBef>
              <a:spcAft>
                <a:spcPts val="0"/>
              </a:spcAft>
              <a:buClr>
                <a:schemeClr val="dk1"/>
              </a:buClr>
              <a:buSzPts val="1000"/>
              <a:buNone/>
              <a:defRPr sz="1000"/>
            </a:lvl3pPr>
            <a:lvl4pPr indent="-228600" lvl="3" marL="1828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4pPr>
            <a:lvl5pPr indent="-228600" lvl="4" marL="22860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5pPr>
            <a:lvl6pPr indent="-228600" lvl="5" marL="27432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6pPr>
            <a:lvl7pPr indent="-228600" lvl="6" marL="32004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7pPr>
            <a:lvl8pPr indent="-228600" lvl="7" marL="36576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8pPr>
            <a:lvl9pPr indent="-228600" lvl="8" marL="4114800" algn="l">
              <a:spcBef>
                <a:spcPts val="180"/>
              </a:spcBef>
              <a:spcAft>
                <a:spcPts val="0"/>
              </a:spcAft>
              <a:buClr>
                <a:schemeClr val="dk1"/>
              </a:buClr>
              <a:buSzPts val="900"/>
              <a:buNone/>
              <a:defRPr sz="900"/>
            </a:lvl9pPr>
          </a:lstStyle>
          <a:p/>
        </p:txBody>
      </p:sp>
      <p:sp>
        <p:nvSpPr>
          <p:cNvPr id="65" name="Google Shape;65;p10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6" name="Google Shape;66;p10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67" name="Google Shape;67;p10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Title and Vertical Text" type="vertTx">
  <p:cSld name="VERTICAL_TEXT">
    <p:spTree>
      <p:nvGrpSpPr>
        <p:cNvPr id="68" name="Shape 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Google Shape;69;p1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0" name="Google Shape;70;p11"/>
          <p:cNvSpPr txBox="1"/>
          <p:nvPr>
            <p:ph idx="1" type="body"/>
          </p:nvPr>
        </p:nvSpPr>
        <p:spPr>
          <a:xfrm rot="5400000">
            <a:off x="2309019" y="-251618"/>
            <a:ext cx="4525963" cy="82296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1" name="Google Shape;71;p1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2" name="Google Shape;72;p1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3" name="Google Shape;73;p1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matchingName="Vertical Title and Text" type="vertTitleAndTx">
  <p:cSld name="VERTICAL_TITLE_AND_VERTICAL_TEXT">
    <p:spTree>
      <p:nvGrpSpPr>
        <p:cNvPr id="74" name="Shape 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5" name="Google Shape;75;p12"/>
          <p:cNvSpPr txBox="1"/>
          <p:nvPr>
            <p:ph type="title"/>
          </p:nvPr>
        </p:nvSpPr>
        <p:spPr>
          <a:xfrm rot="5400000">
            <a:off x="4732338" y="2171701"/>
            <a:ext cx="5851525" cy="20574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18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6" name="Google Shape;76;p12"/>
          <p:cNvSpPr txBox="1"/>
          <p:nvPr>
            <p:ph idx="1" type="body"/>
          </p:nvPr>
        </p:nvSpPr>
        <p:spPr>
          <a:xfrm rot="5400000">
            <a:off x="541338" y="190500"/>
            <a:ext cx="5851525" cy="6019800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342900" lvl="0" marL="457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1pPr>
            <a:lvl2pPr indent="-342900" lvl="1" marL="914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2pPr>
            <a:lvl3pPr indent="-342900" lvl="2" marL="1371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3pPr>
            <a:lvl4pPr indent="-342900" lvl="3" marL="1828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–"/>
              <a:defRPr/>
            </a:lvl4pPr>
            <a:lvl5pPr indent="-342900" lvl="4" marL="22860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»"/>
              <a:defRPr/>
            </a:lvl5pPr>
            <a:lvl6pPr indent="-342900" lvl="5" marL="27432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6pPr>
            <a:lvl7pPr indent="-342900" lvl="6" marL="32004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7pPr>
            <a:lvl8pPr indent="-342900" lvl="7" marL="36576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8pPr>
            <a:lvl9pPr indent="-342900" lvl="8" marL="4114800" algn="l">
              <a:spcBef>
                <a:spcPts val="360"/>
              </a:spcBef>
              <a:spcAft>
                <a:spcPts val="0"/>
              </a:spcAft>
              <a:buClr>
                <a:schemeClr val="dk1"/>
              </a:buClr>
              <a:buSzPts val="1800"/>
              <a:buChar char="•"/>
              <a:defRPr/>
            </a:lvl9pPr>
          </a:lstStyle>
          <a:p/>
        </p:txBody>
      </p:sp>
      <p:sp>
        <p:nvSpPr>
          <p:cNvPr id="77" name="Google Shape;77;p12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8" name="Google Shape;78;p12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/>
        </p:txBody>
      </p:sp>
      <p:sp>
        <p:nvSpPr>
          <p:cNvPr id="79" name="Google Shape;79;p12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algn="r">
              <a:spcBef>
                <a:spcPts val="0"/>
              </a:spcBef>
              <a:buNone/>
              <a:defRPr/>
            </a:lvl1pPr>
            <a:lvl2pPr indent="0" lvl="1" marL="0" algn="r">
              <a:spcBef>
                <a:spcPts val="0"/>
              </a:spcBef>
              <a:buNone/>
              <a:defRPr/>
            </a:lvl2pPr>
            <a:lvl3pPr indent="0" lvl="2" marL="0" algn="r">
              <a:spcBef>
                <a:spcPts val="0"/>
              </a:spcBef>
              <a:buNone/>
              <a:defRPr/>
            </a:lvl3pPr>
            <a:lvl4pPr indent="0" lvl="3" marL="0" algn="r">
              <a:spcBef>
                <a:spcPts val="0"/>
              </a:spcBef>
              <a:buNone/>
              <a:defRPr/>
            </a:lvl4pPr>
            <a:lvl5pPr indent="0" lvl="4" marL="0" algn="r">
              <a:spcBef>
                <a:spcPts val="0"/>
              </a:spcBef>
              <a:buNone/>
              <a:defRPr/>
            </a:lvl5pPr>
            <a:lvl6pPr indent="0" lvl="5" marL="0" algn="r">
              <a:spcBef>
                <a:spcPts val="0"/>
              </a:spcBef>
              <a:buNone/>
              <a:defRPr/>
            </a:lvl6pPr>
            <a:lvl7pPr indent="0" lvl="6" marL="0" algn="r">
              <a:spcBef>
                <a:spcPts val="0"/>
              </a:spcBef>
              <a:buNone/>
              <a:defRPr/>
            </a:lvl7pPr>
            <a:lvl8pPr indent="0" lvl="7" marL="0" algn="r">
              <a:spcBef>
                <a:spcPts val="0"/>
              </a:spcBef>
              <a:buNone/>
              <a:defRPr/>
            </a:lvl8pPr>
            <a:lvl9pPr indent="0" lvl="8" marL="0" algn="r">
              <a:spcBef>
                <a:spcPts val="0"/>
              </a:spcBef>
              <a:buNone/>
              <a:defRPr/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11" Type="http://schemas.openxmlformats.org/officeDocument/2006/relationships/slideLayout" Target="../slideLayouts/slideLayout11.xml"/><Relationship Id="rId10" Type="http://schemas.openxmlformats.org/officeDocument/2006/relationships/slideLayout" Target="../slideLayouts/slideLayout10.xml"/><Relationship Id="rId12" Type="http://schemas.openxmlformats.org/officeDocument/2006/relationships/theme" Target="../theme/theme1.xml"/><Relationship Id="rId9" Type="http://schemas.openxmlformats.org/officeDocument/2006/relationships/slideLayout" Target="../slideLayouts/slideLayout9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/Relationships>
</file>

<file path=ppt/slideMasters/slideMaster1.xml><?xml version="1.0" encoding="utf-8"?>
<p:sldMaster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bg>
      <p:bgPr>
        <a:solidFill>
          <a:schemeClr val="lt1"/>
        </a:solidFill>
      </p:bgPr>
    </p:bg>
    <p:spTree>
      <p:nvGrpSpPr>
        <p:cNvPr id="5" name="Shape 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Google Shape;6;p1"/>
          <p:cNvSpPr txBox="1"/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rm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4400"/>
              <a:buFont typeface="Calibri"/>
              <a:buNone/>
              <a:defRPr b="0" i="0" sz="4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/>
        </p:txBody>
      </p:sp>
      <p:sp>
        <p:nvSpPr>
          <p:cNvPr id="7" name="Google Shape;7;p1"/>
          <p:cNvSpPr txBox="1"/>
          <p:nvPr>
            <p:ph idx="1" type="body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  <a:noFill/>
          <a:ln>
            <a:noFill/>
          </a:ln>
        </p:spPr>
        <p:txBody>
          <a:bodyPr anchorCtr="0" anchor="t" bIns="45700" lIns="91425" spcFirstLastPara="1" rIns="91425" wrap="square" tIns="45700">
            <a:normAutofit/>
          </a:bodyPr>
          <a:lstStyle>
            <a:lvl1pPr indent="-431800" lvl="0" marL="457200" marR="0" rtl="0" algn="l">
              <a:spcBef>
                <a:spcPts val="640"/>
              </a:spcBef>
              <a:spcAft>
                <a:spcPts val="0"/>
              </a:spcAft>
              <a:buClr>
                <a:schemeClr val="dk1"/>
              </a:buClr>
              <a:buSzPts val="3200"/>
              <a:buFont typeface="Arial"/>
              <a:buChar char="•"/>
              <a:defRPr b="0" i="0" sz="32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-406400" lvl="1" marL="914400" marR="0" rtl="0" algn="l">
              <a:spcBef>
                <a:spcPts val="560"/>
              </a:spcBef>
              <a:spcAft>
                <a:spcPts val="0"/>
              </a:spcAft>
              <a:buClr>
                <a:schemeClr val="dk1"/>
              </a:buClr>
              <a:buSzPts val="2800"/>
              <a:buFont typeface="Arial"/>
              <a:buChar char="–"/>
              <a:defRPr b="0" i="0" sz="2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-381000" lvl="2" marL="1371600" marR="0" rtl="0" algn="l">
              <a:spcBef>
                <a:spcPts val="480"/>
              </a:spcBef>
              <a:spcAft>
                <a:spcPts val="0"/>
              </a:spcAft>
              <a:buClr>
                <a:schemeClr val="dk1"/>
              </a:buClr>
              <a:buSzPts val="2400"/>
              <a:buFont typeface="Arial"/>
              <a:buChar char="•"/>
              <a:defRPr b="0" i="0" sz="24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-355600" lvl="3" marL="1828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–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-355600" lvl="4" marL="22860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»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-355600" lvl="5" marL="27432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-355600" lvl="6" marL="32004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-355600" lvl="7" marL="36576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-355600" lvl="8" marL="4114800" marR="0" rtl="0" algn="l">
              <a:spcBef>
                <a:spcPts val="400"/>
              </a:spcBef>
              <a:spcAft>
                <a:spcPts val="0"/>
              </a:spcAft>
              <a:buClr>
                <a:schemeClr val="dk1"/>
              </a:buClr>
              <a:buSzPts val="2000"/>
              <a:buFont typeface="Arial"/>
              <a:buChar char="•"/>
              <a:defRPr b="0" i="0" sz="20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8" name="Google Shape;8;p1"/>
          <p:cNvSpPr txBox="1"/>
          <p:nvPr>
            <p:ph idx="10" type="dt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9" name="Google Shape;9;p1"/>
          <p:cNvSpPr txBox="1"/>
          <p:nvPr>
            <p:ph idx="11" type="ftr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lvl="0" marR="0" rtl="0" algn="ctr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lvl="1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lvl="2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lvl="3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lvl="4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lvl="5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lvl="6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lvl="7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lvl="8" marR="0" rtl="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/>
        </p:txBody>
      </p:sp>
      <p:sp>
        <p:nvSpPr>
          <p:cNvPr id="10" name="Google Shape;10;p1"/>
          <p:cNvSpPr txBox="1"/>
          <p:nvPr>
            <p:ph idx="12" type="sldNum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  <a:noFill/>
          <a:ln>
            <a:noFill/>
          </a:ln>
        </p:spPr>
        <p:txBody>
          <a:bodyPr anchorCtr="0" anchor="ctr" bIns="45700" lIns="91425" spcFirstLastPara="1" rIns="91425" wrap="square" tIns="45700">
            <a:noAutofit/>
          </a:bodyPr>
          <a:lstStyle>
            <a:lvl1pPr indent="0" lvl="0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indent="0" lvl="1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indent="0" lvl="2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indent="0" lvl="3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indent="0" lvl="4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indent="0" lvl="5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indent="0" lvl="6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indent="0" lvl="7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indent="0" lvl="8" marL="0" marR="0" rtl="0" algn="r">
              <a:spcBef>
                <a:spcPts val="0"/>
              </a:spcBef>
              <a:buNone/>
              <a:defRPr b="0" i="0" sz="1200" u="none" cap="none" strike="noStrik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indent="0" lvl="0" marL="0" rtl="0" algn="r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accent1="accent1" accent2="accent2" accent3="accent3" accent4="accent4" accent5="accent5" accent6="accent6" bg1="lt1" bg2="dk2" tx1="dk1" tx2="lt2" folHlink="folHlink" hlink="hlink"/>
  <p:sldLayoutIdLst>
    <p:sldLayoutId id="2147483648" r:id="rId1"/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</p:sldLayoutIdLst>
  <p:hf dt="0" ftr="0" hdr="0" sldNum="0"/>
  <p:txStyles>
    <p:title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lvl="0" marR="0" rtl="0" algn="l">
        <a:lnSpc>
          <a:spcPct val="100000"/>
        </a:lnSpc>
        <a:spcBef>
          <a:spcPts val="0"/>
        </a:spcBef>
        <a:spcAft>
          <a:spcPts val="0"/>
        </a:spcAft>
      </a:defPPr>
      <a:lvl1pPr lvl="0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lvl="1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lvl="2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lvl="3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lvl="4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lvl="5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lvl="6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lvl="7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lvl="8" marR="0" rtl="0" algn="l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b="0" i="0" sz="1400" u="none" cap="none" strike="noStrik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.xml"/></Relationships>
</file>

<file path=ppt/slides/_rels/slide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2.xml"/></Relationships>
</file>

<file path=ppt/slides/_rels/slide3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3.xml"/></Relationships>
</file>

<file path=ppt/slides/_rels/slide4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4.xml"/></Relationships>
</file>

<file path=ppt/slides/_rels/slide5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5.xml"/></Relationships>
</file>

<file path=ppt/slides/_rels/slide6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2.png"/></Relationships>
</file>

<file path=ppt/slides/_rels/slide7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7.xml"/><Relationship Id="rId3" Type="http://schemas.openxmlformats.org/officeDocument/2006/relationships/image" Target="../media/image1.png"/></Relationships>
</file>

<file path=ppt/slides/_rels/slide8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8.xml"/></Relationships>
</file>

<file path=ppt/slides/_rels/slide9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9.xml"/></Relationships>
</file>

<file path=ppt/slides/_rels/slide10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0.xml"/></Relationships>
</file>

<file path=ppt/slides/_rels/slide11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/Relationships>
</file>

<file path=ppt/slides/_rels/slide12.xml.rels><?xml version="1.0" encoding="UTF-8" standalone="yes"?>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2.xml"/></Relationships>
</file>

<file path=ppt/slides/slide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83" name="Shape 8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" name="Google Shape;84;p13"/>
          <p:cNvSpPr txBox="1"/>
          <p:nvPr/>
        </p:nvSpPr>
        <p:spPr>
          <a:xfrm>
            <a:off x="1028700" y="2022049"/>
            <a:ext cx="16230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FIND THE CENTRAL TENDENCY</a:t>
            </a:r>
            <a:endParaRPr/>
          </a:p>
        </p:txBody>
      </p:sp>
      <p:grpSp>
        <p:nvGrpSpPr>
          <p:cNvPr id="85" name="Google Shape;85;p13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86" name="Google Shape;86;p13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87" name="Google Shape;87;p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88" name="Google Shape;88;p13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89" name="Google Shape;89;p13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0" name="Google Shape;90;p1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1" name="Google Shape;91;p13"/>
          <p:cNvSpPr txBox="1"/>
          <p:nvPr/>
        </p:nvSpPr>
        <p:spPr>
          <a:xfrm>
            <a:off x="1028700" y="4375373"/>
            <a:ext cx="16230600" cy="2114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800, 1200, 1500, 1200, 1800, 2000, 1200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entury Gothic"/>
              <a:buAutoNum type="arabicPeriod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Which value best represents customer spending?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Century Gothic"/>
              <a:buAutoNum type="arabicPeriod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Why?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95" name="Shape 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96" name="Google Shape;96;p14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97" name="Google Shape;97;p14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98" name="Google Shape;98;p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99" name="Google Shape;99;p14"/>
          <p:cNvSpPr txBox="1"/>
          <p:nvPr/>
        </p:nvSpPr>
        <p:spPr>
          <a:xfrm>
            <a:off x="1028700" y="3732779"/>
            <a:ext cx="6874497" cy="424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Consider the following two datasets: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 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40, 40, 40, 40, 40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Mean = 40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 B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10, 20, 40, 60, 70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Mean = 40</a:t>
            </a:r>
            <a:endParaRPr/>
          </a:p>
        </p:txBody>
      </p:sp>
      <p:grpSp>
        <p:nvGrpSpPr>
          <p:cNvPr id="100" name="Google Shape;100;p14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01" name="Google Shape;101;p14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02" name="Google Shape;102;p1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03" name="Google Shape;103;p14"/>
          <p:cNvSpPr txBox="1"/>
          <p:nvPr/>
        </p:nvSpPr>
        <p:spPr>
          <a:xfrm>
            <a:off x="1028700" y="914400"/>
            <a:ext cx="16230600" cy="10287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6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 ISN'T AVERAGE ENOUGH?</a:t>
            </a:r>
            <a:endParaRPr/>
          </a:p>
        </p:txBody>
      </p:sp>
      <p:sp>
        <p:nvSpPr>
          <p:cNvPr id="104" name="Google Shape;104;p14"/>
          <p:cNvSpPr txBox="1"/>
          <p:nvPr/>
        </p:nvSpPr>
        <p:spPr>
          <a:xfrm>
            <a:off x="9144000" y="3732779"/>
            <a:ext cx="8115300" cy="47815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Observation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Although both datasets have the same mean, they are very different.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 A has values close to each other.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Dataset B has values spread far apart.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Open Sans"/>
              <a:ea typeface="Open Sans"/>
              <a:cs typeface="Open Sans"/>
              <a:sym typeface="Open Sans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Conclusion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Open Sans"/>
                <a:ea typeface="Open Sans"/>
                <a:cs typeface="Open Sans"/>
                <a:sym typeface="Open Sans"/>
              </a:rPr>
              <a:t>To understand the spread or variability of data, we use Measures of Dispersion</a:t>
            </a:r>
            <a:endParaRPr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08" name="Shape 10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9" name="Google Shape;109;p15"/>
          <p:cNvSpPr txBox="1"/>
          <p:nvPr/>
        </p:nvSpPr>
        <p:spPr>
          <a:xfrm>
            <a:off x="1028700" y="2332031"/>
            <a:ext cx="7525313" cy="31813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Definition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Measures of dispersion describe how far the data values are spread around the central value.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They indicate the consistency or variability within a dataset.</a:t>
            </a:r>
            <a:endParaRPr/>
          </a:p>
        </p:txBody>
      </p:sp>
      <p:grpSp>
        <p:nvGrpSpPr>
          <p:cNvPr id="110" name="Google Shape;110;p15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11" name="Google Shape;111;p15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2" name="Google Shape;112;p1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13" name="Google Shape;113;p15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14" name="Google Shape;114;p15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15" name="Google Shape;115;p15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16" name="Google Shape;116;p15"/>
          <p:cNvSpPr txBox="1"/>
          <p:nvPr/>
        </p:nvSpPr>
        <p:spPr>
          <a:xfrm>
            <a:off x="1028700" y="612889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WHAT ARE MEASURES OF DISPERSION?</a:t>
            </a:r>
            <a:endParaRPr/>
          </a:p>
        </p:txBody>
      </p:sp>
      <p:sp>
        <p:nvSpPr>
          <p:cNvPr id="117" name="Google Shape;117;p15"/>
          <p:cNvSpPr txBox="1"/>
          <p:nvPr/>
        </p:nvSpPr>
        <p:spPr>
          <a:xfrm>
            <a:off x="9733987" y="2332031"/>
            <a:ext cx="7525313" cy="264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Examples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Variation in employee salaries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Variation in daily sales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Stock price fluctuations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Customer spending patterns</a:t>
            </a:r>
            <a:endParaRPr/>
          </a:p>
        </p:txBody>
      </p:sp>
      <p:sp>
        <p:nvSpPr>
          <p:cNvPr id="118" name="Google Shape;118;p15"/>
          <p:cNvSpPr txBox="1"/>
          <p:nvPr/>
        </p:nvSpPr>
        <p:spPr>
          <a:xfrm>
            <a:off x="5381400" y="6046575"/>
            <a:ext cx="7525200" cy="40512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Importance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Measures data variability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Compares consistency between datasets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Detects outliers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Supports better business decisions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Improves risk analysis</a:t>
            </a:r>
            <a:endParaRPr sz="280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22" name="Shape 1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Google Shape;123;p16"/>
          <p:cNvSpPr txBox="1"/>
          <p:nvPr/>
        </p:nvSpPr>
        <p:spPr>
          <a:xfrm>
            <a:off x="1028700" y="1508750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TYPES OF MEASURES OF DISPERSION</a:t>
            </a:r>
            <a:endParaRPr/>
          </a:p>
        </p:txBody>
      </p:sp>
      <p:grpSp>
        <p:nvGrpSpPr>
          <p:cNvPr id="124" name="Google Shape;124;p16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25" name="Google Shape;125;p16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6" name="Google Shape;126;p1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27" name="Google Shape;127;p16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28" name="Google Shape;128;p16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29" name="Google Shape;129;p16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30" name="Google Shape;130;p16"/>
          <p:cNvSpPr txBox="1"/>
          <p:nvPr/>
        </p:nvSpPr>
        <p:spPr>
          <a:xfrm>
            <a:off x="2540250" y="4561275"/>
            <a:ext cx="13207500" cy="2561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1. Range - 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Difference between the highest and lowest value.</a:t>
            </a:r>
            <a:endParaRPr sz="32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2. Variance -</a:t>
            </a:r>
            <a:r>
              <a:rPr b="1" lang="en-US" sz="3200">
                <a:latin typeface="Century Gothic"/>
                <a:ea typeface="Century Gothic"/>
                <a:cs typeface="Century Gothic"/>
                <a:sym typeface="Century Gothic"/>
              </a:rPr>
              <a:t> </a:t>
            </a:r>
            <a:r>
              <a:rPr lang="en-US" sz="3200">
                <a:latin typeface="Century Gothic"/>
                <a:ea typeface="Century Gothic"/>
                <a:cs typeface="Century Gothic"/>
                <a:sym typeface="Century Gothic"/>
              </a:rPr>
              <a:t>The squared Standard Deviation</a:t>
            </a:r>
            <a:r>
              <a:rPr b="0" i="0" lang="en-US" sz="3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32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2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3. Standard Deviation </a:t>
            </a:r>
            <a:r>
              <a:rPr b="1" lang="en-US" sz="3200">
                <a:latin typeface="Century Gothic"/>
                <a:ea typeface="Century Gothic"/>
                <a:cs typeface="Century Gothic"/>
                <a:sym typeface="Century Gothic"/>
              </a:rPr>
              <a:t>- </a:t>
            </a:r>
            <a:r>
              <a:rPr lang="en-US" sz="3200">
                <a:latin typeface="Century Gothic"/>
                <a:ea typeface="Century Gothic"/>
                <a:cs typeface="Century Gothic"/>
                <a:sym typeface="Century Gothic"/>
              </a:rPr>
              <a:t>How far values stray from the mean.</a:t>
            </a:r>
            <a:endParaRPr i="0" sz="32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3200">
                <a:latin typeface="Century Gothic"/>
                <a:ea typeface="Century Gothic"/>
                <a:cs typeface="Century Gothic"/>
                <a:sym typeface="Century Gothic"/>
              </a:rPr>
              <a:t>4. IQR (Interquartile Range) - </a:t>
            </a:r>
            <a:r>
              <a:rPr lang="en-US" sz="3200">
                <a:latin typeface="Century Gothic"/>
                <a:ea typeface="Century Gothic"/>
                <a:cs typeface="Century Gothic"/>
                <a:sym typeface="Century Gothic"/>
              </a:rPr>
              <a:t>Spread of the middle half (Q3 - Q1).</a:t>
            </a:r>
            <a:endParaRPr sz="32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34" name="Shape 13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5" name="Google Shape;135;p17"/>
          <p:cNvSpPr txBox="1"/>
          <p:nvPr/>
        </p:nvSpPr>
        <p:spPr>
          <a:xfrm>
            <a:off x="1028700" y="471487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RANGE</a:t>
            </a:r>
            <a:endParaRPr/>
          </a:p>
        </p:txBody>
      </p:sp>
      <p:sp>
        <p:nvSpPr>
          <p:cNvPr id="136" name="Google Shape;136;p17"/>
          <p:cNvSpPr txBox="1"/>
          <p:nvPr/>
        </p:nvSpPr>
        <p:spPr>
          <a:xfrm>
            <a:off x="1028700" y="2208032"/>
            <a:ext cx="8390948" cy="6381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The range is the difference between the maximum and minimum values in a dataset.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Formula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Range = Maximum Value − Minimum ValueRange 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Dataset: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15, 20, 25, 30, 40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Maximum = 40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Minimum = 15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Range = 40 – 15 = 25</a:t>
            </a:r>
            <a:endParaRPr/>
          </a:p>
        </p:txBody>
      </p:sp>
      <p:grpSp>
        <p:nvGrpSpPr>
          <p:cNvPr id="137" name="Google Shape;137;p17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38" name="Google Shape;138;p17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39" name="Google Shape;139;p17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40" name="Google Shape;140;p17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41" name="Google Shape;141;p17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42" name="Google Shape;142;p17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43" name="Google Shape;143;p17"/>
          <p:cNvSpPr txBox="1"/>
          <p:nvPr/>
        </p:nvSpPr>
        <p:spPr>
          <a:xfrm>
            <a:off x="10291465" y="3274832"/>
            <a:ext cx="6967835" cy="424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Advantages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Very easy to calculate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Gives a quick idea of data spread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Limitations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Uses only two values</a:t>
            </a:r>
            <a:endParaRPr/>
          </a:p>
          <a:p>
            <a:pPr indent="-3238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Strongly affected by outliers</a:t>
            </a:r>
            <a:endParaRPr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47" name="Shape 1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48" name="Google Shape;148;p18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49" name="Google Shape;149;p18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0" name="Google Shape;150;p18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51" name="Google Shape;151;p18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52" name="Google Shape;152;p18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53" name="Google Shape;153;p18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54" name="Google Shape;154;p18"/>
          <p:cNvSpPr/>
          <p:nvPr/>
        </p:nvSpPr>
        <p:spPr>
          <a:xfrm>
            <a:off x="790450" y="5643665"/>
            <a:ext cx="9630293" cy="3848926"/>
          </a:xfrm>
          <a:custGeom>
            <a:rect b="b" l="l" r="r" t="t"/>
            <a:pathLst>
              <a:path extrusionOk="0" h="3848926" w="9630293">
                <a:moveTo>
                  <a:pt x="0" y="0"/>
                </a:moveTo>
                <a:lnTo>
                  <a:pt x="9630293" y="0"/>
                </a:lnTo>
                <a:lnTo>
                  <a:pt x="9630293" y="3848926"/>
                </a:lnTo>
                <a:lnTo>
                  <a:pt x="0" y="3848926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-2673" r="0" t="0"/>
            </a:stretch>
          </a:blipFill>
          <a:ln>
            <a:noFill/>
          </a:ln>
        </p:spPr>
      </p:sp>
      <p:sp>
        <p:nvSpPr>
          <p:cNvPr id="155" name="Google Shape;155;p18"/>
          <p:cNvSpPr txBox="1"/>
          <p:nvPr/>
        </p:nvSpPr>
        <p:spPr>
          <a:xfrm>
            <a:off x="1028700" y="1909865"/>
            <a:ext cx="7307317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Variance measures the average squared deviation of each observation from the mean.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indicates how much the data varies.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Formula:</a:t>
            </a:r>
            <a:endParaRPr/>
          </a:p>
        </p:txBody>
      </p:sp>
      <p:sp>
        <p:nvSpPr>
          <p:cNvPr id="156" name="Google Shape;156;p18"/>
          <p:cNvSpPr txBox="1"/>
          <p:nvPr/>
        </p:nvSpPr>
        <p:spPr>
          <a:xfrm>
            <a:off x="1028700" y="383897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VARIANCE</a:t>
            </a:r>
            <a:endParaRPr/>
          </a:p>
        </p:txBody>
      </p:sp>
      <p:sp>
        <p:nvSpPr>
          <p:cNvPr id="157" name="Google Shape;157;p18"/>
          <p:cNvSpPr txBox="1"/>
          <p:nvPr/>
        </p:nvSpPr>
        <p:spPr>
          <a:xfrm>
            <a:off x="10658993" y="1928915"/>
            <a:ext cx="6600307" cy="37147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Dataset: 4, 5, 6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Variance = </a:t>
            </a: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0.67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 larger variance indicates greater variability.</a:t>
            </a:r>
            <a:endParaRPr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61" name="Shape 1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2" name="Google Shape;162;p19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63" name="Google Shape;163;p19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4" name="Google Shape;164;p19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65" name="Google Shape;165;p19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66" name="Google Shape;166;p19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67" name="Google Shape;167;p19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68" name="Google Shape;168;p19"/>
          <p:cNvSpPr/>
          <p:nvPr/>
        </p:nvSpPr>
        <p:spPr>
          <a:xfrm>
            <a:off x="1028700" y="7079880"/>
            <a:ext cx="8412886" cy="1306349"/>
          </a:xfrm>
          <a:custGeom>
            <a:rect b="b" l="l" r="r" t="t"/>
            <a:pathLst>
              <a:path extrusionOk="0" h="1306349" w="8412886">
                <a:moveTo>
                  <a:pt x="0" y="0"/>
                </a:moveTo>
                <a:lnTo>
                  <a:pt x="8412886" y="0"/>
                </a:lnTo>
                <a:lnTo>
                  <a:pt x="8412886" y="1306348"/>
                </a:lnTo>
                <a:lnTo>
                  <a:pt x="0" y="1306348"/>
                </a:lnTo>
                <a:lnTo>
                  <a:pt x="0" y="0"/>
                </a:lnTo>
                <a:close/>
              </a:path>
            </a:pathLst>
          </a:custGeom>
          <a:blipFill rotWithShape="1">
            <a:blip r:embed="rId3">
              <a:alphaModFix/>
            </a:blip>
            <a:stretch>
              <a:fillRect b="0" l="0" r="0" t="0"/>
            </a:stretch>
          </a:blipFill>
          <a:ln>
            <a:noFill/>
          </a:ln>
        </p:spPr>
      </p:sp>
      <p:sp>
        <p:nvSpPr>
          <p:cNvPr id="169" name="Google Shape;169;p19"/>
          <p:cNvSpPr txBox="1"/>
          <p:nvPr/>
        </p:nvSpPr>
        <p:spPr>
          <a:xfrm>
            <a:off x="4875411" y="471487"/>
            <a:ext cx="8537178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STANDARD DEVIATION</a:t>
            </a:r>
            <a:endParaRPr/>
          </a:p>
        </p:txBody>
      </p:sp>
      <p:sp>
        <p:nvSpPr>
          <p:cNvPr id="170" name="Google Shape;170;p19"/>
          <p:cNvSpPr txBox="1"/>
          <p:nvPr/>
        </p:nvSpPr>
        <p:spPr>
          <a:xfrm>
            <a:off x="1028700" y="2535766"/>
            <a:ext cx="7493538" cy="42481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Standard deviation is the square root of the variance.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It is the most widely used measure of dispersion because it is expressed in the same unit as the data.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30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Formula</a:t>
            </a:r>
            <a:endParaRPr/>
          </a:p>
        </p:txBody>
      </p:sp>
      <p:sp>
        <p:nvSpPr>
          <p:cNvPr id="171" name="Google Shape;171;p19"/>
          <p:cNvSpPr txBox="1"/>
          <p:nvPr/>
        </p:nvSpPr>
        <p:spPr>
          <a:xfrm>
            <a:off x="9943775" y="1900352"/>
            <a:ext cx="7315500" cy="8220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Example</a:t>
            </a:r>
            <a:endParaRPr sz="3000"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Variance = 16</a:t>
            </a:r>
            <a:endParaRPr sz="3000"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Standard Deviation = √16 = 4</a:t>
            </a:r>
            <a:endParaRPr sz="3000"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Interpretation</a:t>
            </a:r>
            <a:endParaRPr sz="3000"/>
          </a:p>
          <a:p>
            <a:pPr indent="-332310" lvl="1" marL="688621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 standard deviation → Data values are close to the mean.</a:t>
            </a:r>
            <a:endParaRPr sz="3000"/>
          </a:p>
          <a:p>
            <a:pPr indent="-332310" lvl="1" marL="688621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standard deviation → Data values are widely spread.</a:t>
            </a:r>
            <a:endParaRPr sz="3000"/>
          </a:p>
          <a:p>
            <a:pPr indent="0" lvl="0" marL="0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Applications</a:t>
            </a:r>
            <a:endParaRPr sz="3000"/>
          </a:p>
          <a:p>
            <a:pPr indent="-332310" lvl="1" marL="688621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Financial risk analysis</a:t>
            </a:r>
            <a:endParaRPr sz="3000"/>
          </a:p>
          <a:p>
            <a:pPr indent="-332310" lvl="1" marL="688621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Stock market volatility</a:t>
            </a:r>
            <a:endParaRPr sz="3000"/>
          </a:p>
          <a:p>
            <a:pPr indent="-332310" lvl="1" marL="688621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Sales performance analysis</a:t>
            </a:r>
            <a:endParaRPr sz="3000"/>
          </a:p>
          <a:p>
            <a:pPr indent="-332310" lvl="1" marL="688621" marR="0" rtl="0" algn="l">
              <a:lnSpc>
                <a:spcPct val="140012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3000"/>
              <a:buFont typeface="Arial"/>
              <a:buChar char="•"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Quality control in manufacturing</a:t>
            </a:r>
            <a:endParaRPr sz="300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75" name="Shape 17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76" name="Google Shape;176;p20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177" name="Google Shape;177;p20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78" name="Google Shape;178;p20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79" name="Google Shape;179;p20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180" name="Google Shape;180;p20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81" name="Google Shape;181;p20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82" name="Google Shape;182;p20"/>
          <p:cNvSpPr txBox="1"/>
          <p:nvPr/>
        </p:nvSpPr>
        <p:spPr>
          <a:xfrm>
            <a:off x="1028700" y="383897"/>
            <a:ext cx="16230600" cy="10096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VARIANCE VS STANDARD DEVIATION</a:t>
            </a:r>
            <a:endParaRPr/>
          </a:p>
        </p:txBody>
      </p:sp>
      <p:graphicFrame>
        <p:nvGraphicFramePr>
          <p:cNvPr id="183" name="Google Shape;183;p20"/>
          <p:cNvGraphicFramePr/>
          <p:nvPr/>
        </p:nvGraphicFramePr>
        <p:xfrm>
          <a:off x="1028700" y="2049542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{0DB2D8F8-8E34-4929-A9CB-50814C05ECFF}</a:tableStyleId>
              </a:tblPr>
              <a:tblGrid>
                <a:gridCol w="5422900"/>
                <a:gridCol w="5422900"/>
                <a:gridCol w="5422900"/>
              </a:tblGrid>
              <a:tr h="120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Feature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Variance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Standard Deviation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Definition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Average squared deviation from the mean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Square root of variance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Unit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Squared units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Same as original data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Ease of Interpretation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More difficult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Easier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Mathematical Use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Statistical calculations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Data interpretation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20780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Common Business Use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Model development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Performance comparison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187" name="Shape 18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88" name="Google Shape;188;p21"/>
          <p:cNvGrpSpPr/>
          <p:nvPr/>
        </p:nvGrpSpPr>
        <p:grpSpPr>
          <a:xfrm>
            <a:off x="488343" y="-1134332"/>
            <a:ext cx="1080977" cy="3101688"/>
            <a:chOff x="0" y="-38100"/>
            <a:chExt cx="284700" cy="816900"/>
          </a:xfrm>
        </p:grpSpPr>
        <p:sp>
          <p:nvSpPr>
            <p:cNvPr id="189" name="Google Shape;189;p21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0" name="Google Shape;190;p21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191" name="Google Shape;191;p21"/>
          <p:cNvGrpSpPr/>
          <p:nvPr/>
        </p:nvGrpSpPr>
        <p:grpSpPr>
          <a:xfrm>
            <a:off x="16718943" y="-1134332"/>
            <a:ext cx="1080977" cy="3101688"/>
            <a:chOff x="0" y="-38100"/>
            <a:chExt cx="284700" cy="816900"/>
          </a:xfrm>
        </p:grpSpPr>
        <p:sp>
          <p:nvSpPr>
            <p:cNvPr id="192" name="Google Shape;192;p21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193" name="Google Shape;193;p21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194" name="Google Shape;194;p21"/>
          <p:cNvSpPr txBox="1"/>
          <p:nvPr/>
        </p:nvSpPr>
        <p:spPr>
          <a:xfrm>
            <a:off x="1028700" y="383897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99">
                <a:latin typeface="Century Gothic"/>
                <a:ea typeface="Century Gothic"/>
                <a:cs typeface="Century Gothic"/>
                <a:sym typeface="Century Gothic"/>
              </a:rPr>
              <a:t>Interquartile Range (IQR)</a:t>
            </a:r>
            <a:endParaRPr/>
          </a:p>
        </p:txBody>
      </p:sp>
      <p:sp>
        <p:nvSpPr>
          <p:cNvPr id="195" name="Google Shape;195;p21"/>
          <p:cNvSpPr txBox="1"/>
          <p:nvPr/>
        </p:nvSpPr>
        <p:spPr>
          <a:xfrm>
            <a:off x="1028700" y="1967341"/>
            <a:ext cx="7493400" cy="71451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Represents the spread of the </a:t>
            </a:r>
            <a:r>
              <a:rPr b="1"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middle 50% of the data</a:t>
            </a:r>
            <a:r>
              <a:rPr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 It is calculated as the difference between the </a:t>
            </a:r>
            <a:r>
              <a:rPr b="1"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third quartile (Q3)</a:t>
            </a:r>
            <a:r>
              <a:rPr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and the </a:t>
            </a:r>
            <a:r>
              <a:rPr b="1"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first quartile (Q1)</a:t>
            </a:r>
            <a:r>
              <a:rPr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.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IQR = (Q3 - Q1)</a:t>
            </a:r>
            <a:endParaRPr b="1"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1"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1100"/>
              <a:buFont typeface="Arial"/>
              <a:buNone/>
            </a:pPr>
            <a:r>
              <a:rPr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Where: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Q1 (First Quartile):</a:t>
            </a:r>
            <a:r>
              <a:rPr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25% of the observations lie below this value.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Q2 (Second Quartile):</a:t>
            </a:r>
            <a:r>
              <a:rPr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Median (50th percentile).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Char char="●"/>
            </a:pPr>
            <a:r>
              <a:rPr b="1"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Q3 (Third Quartile):</a:t>
            </a:r>
            <a:r>
              <a:rPr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 75% of the observations lie below this value.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  <p:sp>
        <p:nvSpPr>
          <p:cNvPr id="196" name="Google Shape;196;p21"/>
          <p:cNvSpPr txBox="1"/>
          <p:nvPr/>
        </p:nvSpPr>
        <p:spPr>
          <a:xfrm>
            <a:off x="10012210" y="1967341"/>
            <a:ext cx="7493400" cy="76386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Why is IQR Important?</a:t>
            </a:r>
            <a:endParaRPr b="1"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entury Gothic"/>
              <a:buChar char="●"/>
            </a:pPr>
            <a:r>
              <a:rPr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Measures the spread of the central 50% of the data.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entury Gothic"/>
              <a:buChar char="●"/>
            </a:pPr>
            <a:r>
              <a:rPr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Less affected by extreme values (outliers).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entury Gothic"/>
              <a:buChar char="●"/>
            </a:pPr>
            <a:r>
              <a:rPr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Useful for comparing the variability of different datasets.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entury Gothic"/>
              <a:buChar char="●"/>
            </a:pPr>
            <a:r>
              <a:rPr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Commonly used in Box Plots to detect outliers.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400"/>
              </a:spcBef>
              <a:spcAft>
                <a:spcPts val="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Applications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entury Gothic"/>
              <a:buChar char="●"/>
            </a:pPr>
            <a:r>
              <a:rPr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Product prices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3937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Clr>
                <a:schemeClr val="dk1"/>
              </a:buClr>
              <a:buSzPts val="2600"/>
              <a:buFont typeface="Century Gothic"/>
              <a:buChar char="●"/>
            </a:pPr>
            <a:r>
              <a:rPr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Financial and sales data with extreme values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38100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b="1" lang="en-US" sz="2600">
                <a:solidFill>
                  <a:schemeClr val="dk1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IQR provides a more reliable measure of data spread when outliers are present</a:t>
            </a:r>
            <a:endParaRPr sz="2600">
              <a:solidFill>
                <a:schemeClr val="dk1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00" name="Shape 20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01" name="Google Shape;201;p22"/>
          <p:cNvGrpSpPr/>
          <p:nvPr/>
        </p:nvGrpSpPr>
        <p:grpSpPr>
          <a:xfrm>
            <a:off x="488343" y="-1134332"/>
            <a:ext cx="1080977" cy="3101688"/>
            <a:chOff x="0" y="-38100"/>
            <a:chExt cx="284700" cy="816900"/>
          </a:xfrm>
        </p:grpSpPr>
        <p:sp>
          <p:nvSpPr>
            <p:cNvPr id="202" name="Google Shape;202;p22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3" name="Google Shape;203;p22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04" name="Google Shape;204;p22"/>
          <p:cNvGrpSpPr/>
          <p:nvPr/>
        </p:nvGrpSpPr>
        <p:grpSpPr>
          <a:xfrm>
            <a:off x="16718943" y="-1134332"/>
            <a:ext cx="1080977" cy="3101688"/>
            <a:chOff x="0" y="-38100"/>
            <a:chExt cx="284700" cy="816900"/>
          </a:xfrm>
        </p:grpSpPr>
        <p:sp>
          <p:nvSpPr>
            <p:cNvPr id="205" name="Google Shape;205;p22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06" name="Google Shape;206;p22"/>
            <p:cNvSpPr txBox="1"/>
            <p:nvPr/>
          </p:nvSpPr>
          <p:spPr>
            <a:xfrm>
              <a:off x="0" y="-38100"/>
              <a:ext cx="284700" cy="816900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07" name="Google Shape;207;p22"/>
          <p:cNvSpPr txBox="1"/>
          <p:nvPr/>
        </p:nvSpPr>
        <p:spPr>
          <a:xfrm>
            <a:off x="1028700" y="383897"/>
            <a:ext cx="16230600" cy="9234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lang="en-US" sz="5999">
                <a:latin typeface="Century Gothic"/>
                <a:ea typeface="Century Gothic"/>
                <a:cs typeface="Century Gothic"/>
                <a:sym typeface="Century Gothic"/>
              </a:rPr>
              <a:t>Interquartile Range (IQR)</a:t>
            </a:r>
            <a:endParaRPr/>
          </a:p>
        </p:txBody>
      </p:sp>
      <p:sp>
        <p:nvSpPr>
          <p:cNvPr id="208" name="Google Shape;208;p22"/>
          <p:cNvSpPr txBox="1"/>
          <p:nvPr/>
        </p:nvSpPr>
        <p:spPr>
          <a:xfrm>
            <a:off x="2604250" y="2507200"/>
            <a:ext cx="13766100" cy="65418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>
                <a:latin typeface="Century Gothic"/>
                <a:ea typeface="Century Gothic"/>
                <a:cs typeface="Century Gothic"/>
                <a:sym typeface="Century Gothic"/>
              </a:rPr>
              <a:t>Consider the following dataset representing the daily number of products sold: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rPr lang="en-US" sz="3000">
                <a:latin typeface="Century Gothic"/>
                <a:ea typeface="Century Gothic"/>
                <a:cs typeface="Century Gothic"/>
                <a:sym typeface="Century Gothic"/>
              </a:rPr>
              <a:t>5, 7, 8, 10, 12, 15, 18, 20, 22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1100"/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SzPts val="3000"/>
              <a:buFont typeface="Century Gothic"/>
              <a:buAutoNum type="arabicParenR"/>
            </a:pPr>
            <a:r>
              <a:rPr lang="en-US" sz="3000">
                <a:latin typeface="Century Gothic"/>
                <a:ea typeface="Century Gothic"/>
                <a:cs typeface="Century Gothic"/>
                <a:sym typeface="Century Gothic"/>
              </a:rPr>
              <a:t>Arrange the data in ascending order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AutoNum type="arabicParenR"/>
            </a:pPr>
            <a:r>
              <a:rPr lang="en-US" sz="3000">
                <a:latin typeface="Century Gothic"/>
                <a:ea typeface="Century Gothic"/>
                <a:cs typeface="Century Gothic"/>
                <a:sym typeface="Century Gothic"/>
              </a:rPr>
              <a:t>Find the median, Q2 = 12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AutoNum type="arabicParenR"/>
            </a:pPr>
            <a:r>
              <a:rPr lang="en-US" sz="3000">
                <a:latin typeface="Century Gothic"/>
                <a:ea typeface="Century Gothic"/>
                <a:cs typeface="Century Gothic"/>
                <a:sym typeface="Century Gothic"/>
              </a:rPr>
              <a:t>Find, Q1 = (7 + 8) / 2 = 7.5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AutoNum type="arabicParenR"/>
            </a:pPr>
            <a:r>
              <a:rPr lang="en-US" sz="3000">
                <a:latin typeface="Century Gothic"/>
                <a:ea typeface="Century Gothic"/>
                <a:cs typeface="Century Gothic"/>
                <a:sym typeface="Century Gothic"/>
              </a:rPr>
              <a:t>Find, Q3 = (18 + 20) / 2 = 19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-419100" lvl="0" marL="457200" rtl="0" algn="l">
              <a:lnSpc>
                <a:spcPct val="115000"/>
              </a:lnSpc>
              <a:spcBef>
                <a:spcPts val="0"/>
              </a:spcBef>
              <a:spcAft>
                <a:spcPts val="0"/>
              </a:spcAft>
              <a:buSzPts val="3000"/>
              <a:buFont typeface="Century Gothic"/>
              <a:buAutoNum type="arabicParenR"/>
            </a:pPr>
            <a:r>
              <a:rPr lang="en-US" sz="3000">
                <a:latin typeface="Century Gothic"/>
                <a:ea typeface="Century Gothic"/>
                <a:cs typeface="Century Gothic"/>
                <a:sym typeface="Century Gothic"/>
              </a:rPr>
              <a:t>IQR = Q3 - Q1 = 11.5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0"/>
              </a:spcAft>
              <a:buNone/>
            </a:pPr>
            <a:r>
              <a:t/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rtl="0" algn="l">
              <a:lnSpc>
                <a:spcPct val="115000"/>
              </a:lnSpc>
              <a:spcBef>
                <a:spcPts val="1200"/>
              </a:spcBef>
              <a:spcAft>
                <a:spcPts val="1200"/>
              </a:spcAft>
              <a:buNone/>
            </a:pPr>
            <a:r>
              <a:rPr lang="en-US" sz="3000">
                <a:latin typeface="Century Gothic"/>
                <a:ea typeface="Century Gothic"/>
                <a:cs typeface="Century Gothic"/>
                <a:sym typeface="Century Gothic"/>
              </a:rPr>
              <a:t>Ques: Find IQR of: 28, 15, 35, 18, 20, 22, 12, 25, 30</a:t>
            </a:r>
            <a:endParaRPr sz="3000">
              <a:latin typeface="Century Gothic"/>
              <a:ea typeface="Century Gothic"/>
              <a:cs typeface="Century Gothic"/>
              <a:sym typeface="Century Gothic"/>
            </a:endParaRP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12" name="Shape 2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13" name="Google Shape;213;p23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214" name="Google Shape;214;p23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5" name="Google Shape;215;p2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16" name="Google Shape;216;p23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217" name="Google Shape;217;p23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18" name="Google Shape;218;p23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sp>
        <p:nvSpPr>
          <p:cNvPr id="219" name="Google Shape;219;p23"/>
          <p:cNvSpPr txBox="1"/>
          <p:nvPr/>
        </p:nvSpPr>
        <p:spPr>
          <a:xfrm>
            <a:off x="10231775" y="2876550"/>
            <a:ext cx="7027500" cy="706830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Two companies have the same average monthly sales.</a:t>
            </a:r>
            <a:endParaRPr sz="28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t/>
            </a:r>
            <a:endParaRPr b="0" i="0" sz="2800" u="none" cap="none" strike="noStrike">
              <a:solidFill>
                <a:srgbClr val="000000"/>
              </a:solidFill>
              <a:latin typeface="Century Gothic"/>
              <a:ea typeface="Century Gothic"/>
              <a:cs typeface="Century Gothic"/>
              <a:sym typeface="Century Gothic"/>
            </a:endParaRPr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Interpretation</a:t>
            </a:r>
            <a:endParaRPr sz="28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Company A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Sales are consistent.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Low variation.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More predictable performance.</a:t>
            </a:r>
            <a:endParaRPr sz="2800"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Company B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Sales fluctuate significantly.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High variation.</a:t>
            </a:r>
            <a:endParaRPr sz="2800"/>
          </a:p>
          <a:p>
            <a:pPr indent="-311150" lvl="1" marL="64770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SzPts val="2800"/>
              <a:buFont typeface="Arial"/>
              <a:buChar char="•"/>
            </a:pPr>
            <a:r>
              <a:rPr b="0" i="0" lang="en-US" sz="28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Less predictable performance.</a:t>
            </a:r>
            <a:endParaRPr sz="2800"/>
          </a:p>
        </p:txBody>
      </p:sp>
      <p:sp>
        <p:nvSpPr>
          <p:cNvPr id="220" name="Google Shape;220;p23"/>
          <p:cNvSpPr txBox="1"/>
          <p:nvPr/>
        </p:nvSpPr>
        <p:spPr>
          <a:xfrm>
            <a:off x="1028700" y="6807341"/>
            <a:ext cx="8153400" cy="2647950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Conclusion</a:t>
            </a:r>
            <a:endParaRPr/>
          </a:p>
          <a:p>
            <a:pPr indent="0" lvl="0" marL="0" marR="0" rtl="0" algn="l">
              <a:lnSpc>
                <a:spcPct val="14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0" i="0" lang="en-US" sz="3000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Even though both companies have the same average sales, Company A demonstrates greater stability because of its lower standard deviation.</a:t>
            </a:r>
            <a:endParaRPr/>
          </a:p>
        </p:txBody>
      </p:sp>
      <p:graphicFrame>
        <p:nvGraphicFramePr>
          <p:cNvPr id="221" name="Google Shape;221;p23"/>
          <p:cNvGraphicFramePr/>
          <p:nvPr/>
        </p:nvGraphicFramePr>
        <p:xfrm>
          <a:off x="1028700" y="2712689"/>
          <a:ext cx="3000000" cy="3000000"/>
        </p:xfrm>
        <a:graphic>
          <a:graphicData uri="http://schemas.openxmlformats.org/drawingml/2006/table">
            <a:tbl>
              <a:tblPr>
                <a:noFill/>
                <a:tableStyleId>{0DB2D8F8-8E34-4929-A9CB-50814C05ECFF}</a:tableStyleId>
              </a:tblPr>
              <a:tblGrid>
                <a:gridCol w="2717800"/>
                <a:gridCol w="2717800"/>
                <a:gridCol w="2717800"/>
              </a:tblGrid>
              <a:tr h="132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Company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Mean Sales (₹)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b="1"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Standard Deviation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2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Company A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50,000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2,000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  <a:tr h="1325850">
                <a:tc>
                  <a:txBody>
                    <a:bodyPr/>
                    <a:lstStyle/>
                    <a:p>
                      <a:pPr indent="0" lvl="0" marL="0" marR="0" rtl="0" algn="l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Company B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50,000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  <a:tc>
                  <a:txBody>
                    <a:bodyPr/>
                    <a:lstStyle/>
                    <a:p>
                      <a:pPr indent="0" lvl="0" marL="0" marR="0" rtl="0" algn="r">
                        <a:lnSpc>
                          <a:spcPct val="140016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None/>
                      </a:pPr>
                      <a:r>
                        <a:rPr lang="en-US" sz="2499" u="none" cap="none" strike="noStrike">
                          <a:solidFill>
                            <a:srgbClr val="000000"/>
                          </a:solidFill>
                          <a:latin typeface="Century Gothic"/>
                          <a:ea typeface="Century Gothic"/>
                          <a:cs typeface="Century Gothic"/>
                          <a:sym typeface="Century Gothic"/>
                        </a:rPr>
                        <a:t>12,000</a:t>
                      </a:r>
                      <a:endParaRPr sz="1100" u="none" cap="none" strike="noStrike"/>
                    </a:p>
                  </a:txBody>
                  <a:tcPr marT="76200" marB="76200" marR="76200" marL="76200" anchor="ctr">
                    <a:lnL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L>
                    <a:lnR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R>
                    <a:lnT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T>
                    <a:lnB cap="flat" cmpd="sng" w="47625">
                      <a:solidFill>
                        <a:srgbClr val="D9D9D9"/>
                      </a:solidFill>
                      <a:prstDash val="solid"/>
                      <a:round/>
                      <a:headEnd len="sm" w="sm" type="none"/>
                      <a:tailEnd len="sm" w="sm" type="none"/>
                    </a:lnB>
                  </a:tcPr>
                </a:tc>
              </a:tr>
            </a:tbl>
          </a:graphicData>
        </a:graphic>
      </p:graphicFrame>
      <p:sp>
        <p:nvSpPr>
          <p:cNvPr id="222" name="Google Shape;222;p23"/>
          <p:cNvSpPr txBox="1"/>
          <p:nvPr/>
        </p:nvSpPr>
        <p:spPr>
          <a:xfrm>
            <a:off x="1028700" y="471487"/>
            <a:ext cx="16230600" cy="2066925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6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5999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BUSINESS CASE STUDY – COMPARING TWO COMPANIES</a:t>
            </a:r>
            <a:endParaRPr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mc="http://schemas.openxmlformats.org/markup-compatibility/2006" xmlns:mv="urn:schemas-microsoft-com:mac:vml" xmlns:p="http://schemas.openxmlformats.org/presentationml/2006/main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>
  <p:cSld>
    <p:spTree>
      <p:nvGrpSpPr>
        <p:cNvPr id="226" name="Shape 22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7" name="Google Shape;227;p24"/>
          <p:cNvSpPr txBox="1"/>
          <p:nvPr/>
        </p:nvSpPr>
        <p:spPr>
          <a:xfrm>
            <a:off x="2950481" y="4013348"/>
            <a:ext cx="12387037" cy="2031703"/>
          </a:xfrm>
          <a:prstGeom prst="rect">
            <a:avLst/>
          </a:prstGeom>
          <a:noFill/>
          <a:ln>
            <a:noFill/>
          </a:ln>
        </p:spPr>
        <p:txBody>
          <a:bodyPr anchorCtr="0" anchor="t" bIns="0" lIns="0" spcFirstLastPara="1" rIns="0" wrap="square" tIns="0">
            <a:spAutoFit/>
          </a:bodyPr>
          <a:lstStyle/>
          <a:p>
            <a:pPr indent="0" lvl="0" marL="0" marR="0" rtl="0" algn="ctr">
              <a:lnSpc>
                <a:spcPct val="140005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b="1" i="0" lang="en-US" sz="11886" u="none" cap="none" strike="noStrike">
                <a:solidFill>
                  <a:srgbClr val="000000"/>
                </a:solidFill>
                <a:latin typeface="Century Gothic"/>
                <a:ea typeface="Century Gothic"/>
                <a:cs typeface="Century Gothic"/>
                <a:sym typeface="Century Gothic"/>
              </a:rPr>
              <a:t>THANK YOU</a:t>
            </a:r>
            <a:endParaRPr/>
          </a:p>
        </p:txBody>
      </p:sp>
      <p:grpSp>
        <p:nvGrpSpPr>
          <p:cNvPr id="228" name="Google Shape;228;p24"/>
          <p:cNvGrpSpPr/>
          <p:nvPr/>
        </p:nvGrpSpPr>
        <p:grpSpPr>
          <a:xfrm>
            <a:off x="16718943" y="-1134331"/>
            <a:ext cx="1080715" cy="3101345"/>
            <a:chOff x="0" y="-38100"/>
            <a:chExt cx="284633" cy="816815"/>
          </a:xfrm>
        </p:grpSpPr>
        <p:sp>
          <p:nvSpPr>
            <p:cNvPr id="229" name="Google Shape;229;p24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0" name="Google Shape;230;p2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  <p:grpSp>
        <p:nvGrpSpPr>
          <p:cNvPr id="231" name="Google Shape;231;p24"/>
          <p:cNvGrpSpPr/>
          <p:nvPr/>
        </p:nvGrpSpPr>
        <p:grpSpPr>
          <a:xfrm>
            <a:off x="488343" y="-1134331"/>
            <a:ext cx="1080715" cy="3101345"/>
            <a:chOff x="0" y="-38100"/>
            <a:chExt cx="284633" cy="816815"/>
          </a:xfrm>
        </p:grpSpPr>
        <p:sp>
          <p:nvSpPr>
            <p:cNvPr id="232" name="Google Shape;232;p24"/>
            <p:cNvSpPr/>
            <p:nvPr/>
          </p:nvSpPr>
          <p:spPr>
            <a:xfrm>
              <a:off x="0" y="0"/>
              <a:ext cx="284633" cy="778715"/>
            </a:xfrm>
            <a:custGeom>
              <a:rect b="b" l="l" r="r" t="t"/>
              <a:pathLst>
                <a:path extrusionOk="0" h="778715" w="284633">
                  <a:moveTo>
                    <a:pt x="142316" y="0"/>
                  </a:moveTo>
                  <a:lnTo>
                    <a:pt x="142316" y="0"/>
                  </a:lnTo>
                  <a:cubicBezTo>
                    <a:pt x="220916" y="0"/>
                    <a:pt x="284633" y="63717"/>
                    <a:pt x="284633" y="142316"/>
                  </a:cubicBezTo>
                  <a:lnTo>
                    <a:pt x="284633" y="636399"/>
                  </a:lnTo>
                  <a:cubicBezTo>
                    <a:pt x="284633" y="714998"/>
                    <a:pt x="220916" y="778715"/>
                    <a:pt x="142316" y="778715"/>
                  </a:cubicBezTo>
                  <a:lnTo>
                    <a:pt x="142316" y="778715"/>
                  </a:lnTo>
                  <a:cubicBezTo>
                    <a:pt x="63717" y="778715"/>
                    <a:pt x="0" y="714998"/>
                    <a:pt x="0" y="636399"/>
                  </a:cubicBezTo>
                  <a:lnTo>
                    <a:pt x="0" y="142316"/>
                  </a:lnTo>
                  <a:cubicBezTo>
                    <a:pt x="0" y="63717"/>
                    <a:pt x="63717" y="0"/>
                    <a:pt x="142316" y="0"/>
                  </a:cubicBezTo>
                  <a:close/>
                </a:path>
              </a:pathLst>
            </a:custGeom>
            <a:solidFill>
              <a:srgbClr val="FAE7BC"/>
            </a:solidFill>
            <a:ln>
              <a:noFill/>
            </a:ln>
          </p:spPr>
          <p:txBody>
            <a:bodyPr anchorCtr="0" anchor="ctr" bIns="91425" lIns="91425" spcFirstLastPara="1" rIns="91425" wrap="square" tIns="91425">
              <a:noAutofit/>
            </a:bodyPr>
            <a:lstStyle/>
            <a:p>
              <a:pPr indent="0" lvl="0" marL="0" rtl="0" algn="l"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/>
            </a:p>
          </p:txBody>
        </p:sp>
        <p:sp>
          <p:nvSpPr>
            <p:cNvPr id="233" name="Google Shape;233;p24"/>
            <p:cNvSpPr txBox="1"/>
            <p:nvPr/>
          </p:nvSpPr>
          <p:spPr>
            <a:xfrm>
              <a:off x="0" y="-38100"/>
              <a:ext cx="284633" cy="816815"/>
            </a:xfrm>
            <a:prstGeom prst="rect">
              <a:avLst/>
            </a:prstGeom>
            <a:noFill/>
            <a:ln>
              <a:noFill/>
            </a:ln>
          </p:spPr>
          <p:txBody>
            <a:bodyPr anchorCtr="0" anchor="ctr" bIns="50800" lIns="50800" spcFirstLastPara="1" rIns="50800" wrap="square" tIns="50800">
              <a:noAutofit/>
            </a:bodyPr>
            <a:lstStyle/>
            <a:p>
              <a:pPr indent="0" lvl="0" marL="0" marR="0" rtl="0" algn="ctr">
                <a:lnSpc>
                  <a:spcPct val="147722"/>
                </a:lnSpc>
                <a:spcBef>
                  <a:spcPts val="0"/>
                </a:spcBef>
                <a:spcAft>
                  <a:spcPts val="0"/>
                </a:spcAft>
                <a:buNone/>
              </a:pPr>
              <a:r>
                <a:t/>
              </a:r>
              <a:endParaRPr b="0" i="0" sz="1800" u="none" cap="none" strike="noStrik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endParaRPr>
            </a:p>
          </p:txBody>
        </p:sp>
      </p:grpSp>
    </p:spTree>
  </p:cSld>
  <p:clrMapOvr>
    <a:masterClrMapping/>
  </p:clrMapOvr>
</p:sld>
</file>

<file path=ppt/theme/theme1.xml><?xml version="1.0" encoding="utf-8"?>
<a:theme xmlns:a="http://schemas.openxmlformats.org/drawingml/2006/main" xmlns:r="http://schemas.openxmlformats.org/officeDocument/2006/relationships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xmlns:r="http://schemas.openxmlformats.org/officeDocument/2006/relationships">
  <a:themeElements>
    <a:clrScheme name="Default">
      <a:dk1>
        <a:srgbClr val="000000"/>
      </a:dk1>
      <a:lt1>
        <a:srgbClr val="FFFFFF"/>
      </a:lt1>
      <a:dk2>
        <a:srgbClr val="158158"/>
      </a:dk2>
      <a:lt2>
        <a:srgbClr val="F3F3F3"/>
      </a:lt2>
      <a:accent1>
        <a:srgbClr val="058DC7"/>
      </a:accent1>
      <a:accent2>
        <a:srgbClr val="50B432"/>
      </a:accent2>
      <a:accent3>
        <a:srgbClr val="ED561B"/>
      </a:accent3>
      <a:accent4>
        <a:srgbClr val="EDEF00"/>
      </a:accent4>
      <a:accent5>
        <a:srgbClr val="24CBE5"/>
      </a:accent5>
      <a:accent6>
        <a:srgbClr val="64E572"/>
      </a:accent6>
      <a:hlink>
        <a:srgbClr val="2200CC"/>
      </a:hlink>
      <a:folHlink>
        <a:srgbClr val="551A8B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